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1"/>
  </p:notesMasterIdLst>
  <p:sldIdLst>
    <p:sldId id="256" r:id="rId2"/>
    <p:sldId id="277" r:id="rId3"/>
    <p:sldId id="258" r:id="rId4"/>
    <p:sldId id="278" r:id="rId5"/>
    <p:sldId id="259" r:id="rId6"/>
    <p:sldId id="260" r:id="rId7"/>
    <p:sldId id="261" r:id="rId8"/>
    <p:sldId id="264" r:id="rId9"/>
    <p:sldId id="262" r:id="rId10"/>
    <p:sldId id="280" r:id="rId11"/>
    <p:sldId id="263" r:id="rId12"/>
    <p:sldId id="275" r:id="rId13"/>
    <p:sldId id="266" r:id="rId14"/>
    <p:sldId id="282" r:id="rId15"/>
    <p:sldId id="281" r:id="rId16"/>
    <p:sldId id="269" r:id="rId17"/>
    <p:sldId id="268" r:id="rId18"/>
    <p:sldId id="270" r:id="rId19"/>
    <p:sldId id="273" r:id="rId20"/>
  </p:sldIdLst>
  <p:sldSz cx="12192000" cy="6858000"/>
  <p:notesSz cx="6858000" cy="9144000"/>
  <p:embeddedFontLst>
    <p:embeddedFont>
      <p:font typeface="Inter" panose="020B0604020202020204" charset="0"/>
      <p:regular r:id="rId22"/>
      <p:bold r:id="rId23"/>
      <p:italic r:id="rId24"/>
      <p:boldItalic r:id="rId25"/>
    </p:embeddedFont>
    <p:embeddedFont>
      <p:font typeface="Inter SemiBold" panose="020B0604020202020204" charset="0"/>
      <p:regular r:id="rId26"/>
      <p:bold r:id="rId27"/>
      <p:italic r:id="rId28"/>
      <p:boldItalic r:id="rId29"/>
    </p:embeddedFont>
    <p:embeddedFont>
      <p:font typeface="Outfit" panose="020B0604020202020204" charset="0"/>
      <p:regular r:id="rId30"/>
      <p:bold r:id="rId31"/>
    </p:embeddedFont>
    <p:embeddedFont>
      <p:font typeface="Outfit ExtraBold" panose="020B0604020202020204" charset="0"/>
      <p:bold r:id="rId32"/>
    </p:embeddedFont>
    <p:embeddedFont>
      <p:font typeface="Outfit SemiBold" panose="020B0604020202020204" charset="0"/>
      <p:regular r:id="rId33"/>
      <p:bold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7BBF5"/>
    <a:srgbClr val="64748B"/>
    <a:srgbClr val="1E1B4B"/>
    <a:srgbClr val="465162"/>
    <a:srgbClr val="FCFAFF"/>
    <a:srgbClr val="7578F3"/>
    <a:srgbClr val="0EA5E9"/>
    <a:srgbClr val="F472B6"/>
    <a:srgbClr val="22C55E"/>
    <a:srgbClr val="E0EA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916A7A-D588-4997-90FE-44A08D7C499B}" v="18" dt="2026-01-24T17:45:38.2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46405" autoAdjust="0"/>
  </p:normalViewPr>
  <p:slideViewPr>
    <p:cSldViewPr snapToGrid="0">
      <p:cViewPr varScale="1">
        <p:scale>
          <a:sx n="38" d="100"/>
          <a:sy n="38" d="100"/>
        </p:scale>
        <p:origin x="2386" y="43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9" Type="http://schemas.microsoft.com/office/2016/11/relationships/changesInfo" Target="changesInfos/changesInfo1.xml"/><Relationship Id="rId21" Type="http://schemas.openxmlformats.org/officeDocument/2006/relationships/notesMaster" Target="notesMasters/notesMaster1.xml"/><Relationship Id="rId34" Type="http://schemas.openxmlformats.org/officeDocument/2006/relationships/font" Target="fonts/font1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tma dabbah" userId="f4e72293ccbf5927" providerId="LiveId" clId="{7069A44A-62D0-486A-B778-8DCA7DC9F06F}"/>
    <pc:docChg chg="undo custSel addSld delSld modSld sldOrd">
      <pc:chgData name="Fatma dabbah" userId="f4e72293ccbf5927" providerId="LiveId" clId="{7069A44A-62D0-486A-B778-8DCA7DC9F06F}" dt="2026-01-25T16:44:58.863" v="686" actId="20577"/>
      <pc:docMkLst>
        <pc:docMk/>
      </pc:docMkLst>
      <pc:sldChg chg="addSp delSp modSp mod">
        <pc:chgData name="Fatma dabbah" userId="f4e72293ccbf5927" providerId="LiveId" clId="{7069A44A-62D0-486A-B778-8DCA7DC9F06F}" dt="2026-01-23T10:41:27.335" v="616" actId="1076"/>
        <pc:sldMkLst>
          <pc:docMk/>
          <pc:sldMk cId="0" sldId="256"/>
        </pc:sldMkLst>
        <pc:spChg chg="mod">
          <ac:chgData name="Fatma dabbah" userId="f4e72293ccbf5927" providerId="LiveId" clId="{7069A44A-62D0-486A-B778-8DCA7DC9F06F}" dt="2026-01-23T10:41:20.038" v="615" actId="1076"/>
          <ac:spMkLst>
            <pc:docMk/>
            <pc:sldMk cId="0" sldId="256"/>
            <ac:spMk id="88" creationId="{00000000-0000-0000-0000-000000000000}"/>
          </ac:spMkLst>
        </pc:spChg>
        <pc:spChg chg="mod">
          <ac:chgData name="Fatma dabbah" userId="f4e72293ccbf5927" providerId="LiveId" clId="{7069A44A-62D0-486A-B778-8DCA7DC9F06F}" dt="2026-01-23T10:41:27.335" v="616" actId="1076"/>
          <ac:spMkLst>
            <pc:docMk/>
            <pc:sldMk cId="0" sldId="256"/>
            <ac:spMk id="89" creationId="{00000000-0000-0000-0000-000000000000}"/>
          </ac:spMkLst>
        </pc:spChg>
        <pc:spChg chg="mod">
          <ac:chgData name="Fatma dabbah" userId="f4e72293ccbf5927" providerId="LiveId" clId="{7069A44A-62D0-486A-B778-8DCA7DC9F06F}" dt="2026-01-17T13:12:04.350" v="66" actId="14100"/>
          <ac:spMkLst>
            <pc:docMk/>
            <pc:sldMk cId="0" sldId="256"/>
            <ac:spMk id="92" creationId="{00000000-0000-0000-0000-000000000000}"/>
          </ac:spMkLst>
        </pc:spChg>
        <pc:picChg chg="mod">
          <ac:chgData name="Fatma dabbah" userId="f4e72293ccbf5927" providerId="LiveId" clId="{7069A44A-62D0-486A-B778-8DCA7DC9F06F}" dt="2026-01-23T10:20:26.311" v="406" actId="1076"/>
          <ac:picMkLst>
            <pc:docMk/>
            <pc:sldMk cId="0" sldId="256"/>
            <ac:picMk id="84" creationId="{00000000-0000-0000-0000-000000000000}"/>
          </ac:picMkLst>
        </pc:picChg>
      </pc:sldChg>
      <pc:sldChg chg="addSp delSp modSp mod">
        <pc:chgData name="Fatma dabbah" userId="f4e72293ccbf5927" providerId="LiveId" clId="{7069A44A-62D0-486A-B778-8DCA7DC9F06F}" dt="2026-01-23T10:24:17.361" v="472" actId="20577"/>
        <pc:sldMkLst>
          <pc:docMk/>
          <pc:sldMk cId="0" sldId="259"/>
        </pc:sldMkLst>
        <pc:spChg chg="mod">
          <ac:chgData name="Fatma dabbah" userId="f4e72293ccbf5927" providerId="LiveId" clId="{7069A44A-62D0-486A-B778-8DCA7DC9F06F}" dt="2026-01-23T10:24:17.361" v="472" actId="20577"/>
          <ac:spMkLst>
            <pc:docMk/>
            <pc:sldMk cId="0" sldId="259"/>
            <ac:spMk id="139" creationId="{00000000-0000-0000-0000-000000000000}"/>
          </ac:spMkLst>
        </pc:spChg>
      </pc:sldChg>
      <pc:sldChg chg="addSp modSp mod modNotesTx">
        <pc:chgData name="Fatma dabbah" userId="f4e72293ccbf5927" providerId="LiveId" clId="{7069A44A-62D0-486A-B778-8DCA7DC9F06F}" dt="2026-01-25T16:42:58.285" v="664" actId="20577"/>
        <pc:sldMkLst>
          <pc:docMk/>
          <pc:sldMk cId="0" sldId="260"/>
        </pc:sldMkLst>
        <pc:spChg chg="add mod">
          <ac:chgData name="Fatma dabbah" userId="f4e72293ccbf5927" providerId="LiveId" clId="{7069A44A-62D0-486A-B778-8DCA7DC9F06F}" dt="2026-01-23T10:27:48.673" v="498" actId="207"/>
          <ac:spMkLst>
            <pc:docMk/>
            <pc:sldMk cId="0" sldId="260"/>
            <ac:spMk id="2" creationId="{6E16815D-B512-D031-CF07-22D711F9E691}"/>
          </ac:spMkLst>
        </pc:spChg>
        <pc:spChg chg="mod">
          <ac:chgData name="Fatma dabbah" userId="f4e72293ccbf5927" providerId="LiveId" clId="{7069A44A-62D0-486A-B778-8DCA7DC9F06F}" dt="2026-01-23T10:28:42.216" v="499" actId="20577"/>
          <ac:spMkLst>
            <pc:docMk/>
            <pc:sldMk cId="0" sldId="260"/>
            <ac:spMk id="152" creationId="{00000000-0000-0000-0000-000000000000}"/>
          </ac:spMkLst>
        </pc:spChg>
        <pc:spChg chg="mod">
          <ac:chgData name="Fatma dabbah" userId="f4e72293ccbf5927" providerId="LiveId" clId="{7069A44A-62D0-486A-B778-8DCA7DC9F06F}" dt="2026-01-23T10:24:55.119" v="480" actId="20577"/>
          <ac:spMkLst>
            <pc:docMk/>
            <pc:sldMk cId="0" sldId="260"/>
            <ac:spMk id="158" creationId="{00000000-0000-0000-0000-000000000000}"/>
          </ac:spMkLst>
        </pc:spChg>
      </pc:sldChg>
      <pc:sldChg chg="addSp delSp modSp mod modNotesTx">
        <pc:chgData name="Fatma dabbah" userId="f4e72293ccbf5927" providerId="LiveId" clId="{7069A44A-62D0-486A-B778-8DCA7DC9F06F}" dt="2026-01-25T16:44:58.863" v="686" actId="20577"/>
        <pc:sldMkLst>
          <pc:docMk/>
          <pc:sldMk cId="0" sldId="261"/>
        </pc:sldMkLst>
        <pc:spChg chg="add mod">
          <ac:chgData name="Fatma dabbah" userId="f4e72293ccbf5927" providerId="LiveId" clId="{7069A44A-62D0-486A-B778-8DCA7DC9F06F}" dt="2026-01-23T10:34:23.992" v="535" actId="207"/>
          <ac:spMkLst>
            <pc:docMk/>
            <pc:sldMk cId="0" sldId="261"/>
            <ac:spMk id="21" creationId="{DA47DD35-9F91-40FD-0161-ADE131D28D5E}"/>
          </ac:spMkLst>
        </pc:spChg>
        <pc:spChg chg="add del mod">
          <ac:chgData name="Fatma dabbah" userId="f4e72293ccbf5927" providerId="LiveId" clId="{7069A44A-62D0-486A-B778-8DCA7DC9F06F}" dt="2026-01-23T10:32:59.923" v="522" actId="1076"/>
          <ac:spMkLst>
            <pc:docMk/>
            <pc:sldMk cId="0" sldId="261"/>
            <ac:spMk id="202" creationId="{00000000-0000-0000-0000-000000000000}"/>
          </ac:spMkLst>
        </pc:spChg>
        <pc:spChg chg="add del mod">
          <ac:chgData name="Fatma dabbah" userId="f4e72293ccbf5927" providerId="LiveId" clId="{7069A44A-62D0-486A-B778-8DCA7DC9F06F}" dt="2026-01-23T10:32:59.923" v="522" actId="1076"/>
          <ac:spMkLst>
            <pc:docMk/>
            <pc:sldMk cId="0" sldId="261"/>
            <ac:spMk id="203" creationId="{00000000-0000-0000-0000-000000000000}"/>
          </ac:spMkLst>
        </pc:spChg>
        <pc:spChg chg="add del mod">
          <ac:chgData name="Fatma dabbah" userId="f4e72293ccbf5927" providerId="LiveId" clId="{7069A44A-62D0-486A-B778-8DCA7DC9F06F}" dt="2026-01-23T10:32:59.923" v="522" actId="1076"/>
          <ac:spMkLst>
            <pc:docMk/>
            <pc:sldMk cId="0" sldId="261"/>
            <ac:spMk id="205" creationId="{00000000-0000-0000-0000-000000000000}"/>
          </ac:spMkLst>
        </pc:spChg>
        <pc:spChg chg="add del mod">
          <ac:chgData name="Fatma dabbah" userId="f4e72293ccbf5927" providerId="LiveId" clId="{7069A44A-62D0-486A-B778-8DCA7DC9F06F}" dt="2026-01-23T10:32:59.923" v="522" actId="1076"/>
          <ac:spMkLst>
            <pc:docMk/>
            <pc:sldMk cId="0" sldId="261"/>
            <ac:spMk id="206" creationId="{00000000-0000-0000-0000-000000000000}"/>
          </ac:spMkLst>
        </pc:spChg>
        <pc:spChg chg="add del mod">
          <ac:chgData name="Fatma dabbah" userId="f4e72293ccbf5927" providerId="LiveId" clId="{7069A44A-62D0-486A-B778-8DCA7DC9F06F}" dt="2026-01-23T10:32:59.923" v="522" actId="1076"/>
          <ac:spMkLst>
            <pc:docMk/>
            <pc:sldMk cId="0" sldId="261"/>
            <ac:spMk id="208" creationId="{00000000-0000-0000-0000-000000000000}"/>
          </ac:spMkLst>
        </pc:spChg>
        <pc:spChg chg="add del mod">
          <ac:chgData name="Fatma dabbah" userId="f4e72293ccbf5927" providerId="LiveId" clId="{7069A44A-62D0-486A-B778-8DCA7DC9F06F}" dt="2026-01-23T10:32:59.923" v="522" actId="1076"/>
          <ac:spMkLst>
            <pc:docMk/>
            <pc:sldMk cId="0" sldId="261"/>
            <ac:spMk id="209" creationId="{00000000-0000-0000-0000-000000000000}"/>
          </ac:spMkLst>
        </pc:spChg>
        <pc:spChg chg="add del mod">
          <ac:chgData name="Fatma dabbah" userId="f4e72293ccbf5927" providerId="LiveId" clId="{7069A44A-62D0-486A-B778-8DCA7DC9F06F}" dt="2026-01-23T10:32:59.923" v="522" actId="1076"/>
          <ac:spMkLst>
            <pc:docMk/>
            <pc:sldMk cId="0" sldId="261"/>
            <ac:spMk id="211" creationId="{00000000-0000-0000-0000-000000000000}"/>
          </ac:spMkLst>
        </pc:spChg>
        <pc:spChg chg="add del mod">
          <ac:chgData name="Fatma dabbah" userId="f4e72293ccbf5927" providerId="LiveId" clId="{7069A44A-62D0-486A-B778-8DCA7DC9F06F}" dt="2026-01-23T10:32:59.923" v="522" actId="1076"/>
          <ac:spMkLst>
            <pc:docMk/>
            <pc:sldMk cId="0" sldId="261"/>
            <ac:spMk id="212" creationId="{00000000-0000-0000-0000-000000000000}"/>
          </ac:spMkLst>
        </pc:spChg>
        <pc:picChg chg="mod">
          <ac:chgData name="Fatma dabbah" userId="f4e72293ccbf5927" providerId="LiveId" clId="{7069A44A-62D0-486A-B778-8DCA7DC9F06F}" dt="2026-01-23T10:30:40.746" v="505" actId="1076"/>
          <ac:picMkLst>
            <pc:docMk/>
            <pc:sldMk cId="0" sldId="261"/>
            <ac:picMk id="187" creationId="{00000000-0000-0000-0000-000000000000}"/>
          </ac:picMkLst>
        </pc:picChg>
        <pc:picChg chg="add del mod">
          <ac:chgData name="Fatma dabbah" userId="f4e72293ccbf5927" providerId="LiveId" clId="{7069A44A-62D0-486A-B778-8DCA7DC9F06F}" dt="2026-01-23T10:32:59.923" v="522" actId="1076"/>
          <ac:picMkLst>
            <pc:docMk/>
            <pc:sldMk cId="0" sldId="261"/>
            <ac:picMk id="190" creationId="{00000000-0000-0000-0000-000000000000}"/>
          </ac:picMkLst>
        </pc:picChg>
        <pc:picChg chg="add del">
          <ac:chgData name="Fatma dabbah" userId="f4e72293ccbf5927" providerId="LiveId" clId="{7069A44A-62D0-486A-B778-8DCA7DC9F06F}" dt="2026-01-23T10:32:22.027" v="517" actId="478"/>
          <ac:picMkLst>
            <pc:docMk/>
            <pc:sldMk cId="0" sldId="261"/>
            <ac:picMk id="191" creationId="{00000000-0000-0000-0000-000000000000}"/>
          </ac:picMkLst>
        </pc:picChg>
        <pc:picChg chg="mod">
          <ac:chgData name="Fatma dabbah" userId="f4e72293ccbf5927" providerId="LiveId" clId="{7069A44A-62D0-486A-B778-8DCA7DC9F06F}" dt="2026-01-23T10:34:38.240" v="537" actId="14100"/>
          <ac:picMkLst>
            <pc:docMk/>
            <pc:sldMk cId="0" sldId="261"/>
            <ac:picMk id="192" creationId="{00000000-0000-0000-0000-000000000000}"/>
          </ac:picMkLst>
        </pc:picChg>
        <pc:picChg chg="mod">
          <ac:chgData name="Fatma dabbah" userId="f4e72293ccbf5927" providerId="LiveId" clId="{7069A44A-62D0-486A-B778-8DCA7DC9F06F}" dt="2026-01-23T10:34:32.947" v="536" actId="14100"/>
          <ac:picMkLst>
            <pc:docMk/>
            <pc:sldMk cId="0" sldId="261"/>
            <ac:picMk id="193" creationId="{00000000-0000-0000-0000-000000000000}"/>
          </ac:picMkLst>
        </pc:picChg>
        <pc:picChg chg="mod">
          <ac:chgData name="Fatma dabbah" userId="f4e72293ccbf5927" providerId="LiveId" clId="{7069A44A-62D0-486A-B778-8DCA7DC9F06F}" dt="2026-01-23T10:33:20.118" v="524" actId="1076"/>
          <ac:picMkLst>
            <pc:docMk/>
            <pc:sldMk cId="0" sldId="261"/>
            <ac:picMk id="196" creationId="{00000000-0000-0000-0000-000000000000}"/>
          </ac:picMkLst>
        </pc:picChg>
        <pc:picChg chg="mod">
          <ac:chgData name="Fatma dabbah" userId="f4e72293ccbf5927" providerId="LiveId" clId="{7069A44A-62D0-486A-B778-8DCA7DC9F06F}" dt="2026-01-23T10:33:13.396" v="523" actId="1076"/>
          <ac:picMkLst>
            <pc:docMk/>
            <pc:sldMk cId="0" sldId="261"/>
            <ac:picMk id="197" creationId="{00000000-0000-0000-0000-000000000000}"/>
          </ac:picMkLst>
        </pc:picChg>
        <pc:picChg chg="add del">
          <ac:chgData name="Fatma dabbah" userId="f4e72293ccbf5927" providerId="LiveId" clId="{7069A44A-62D0-486A-B778-8DCA7DC9F06F}" dt="2026-01-23T10:32:20.548" v="515" actId="478"/>
          <ac:picMkLst>
            <pc:docMk/>
            <pc:sldMk cId="0" sldId="261"/>
            <ac:picMk id="207" creationId="{00000000-0000-0000-0000-000000000000}"/>
          </ac:picMkLst>
        </pc:picChg>
        <pc:picChg chg="add del mod">
          <ac:chgData name="Fatma dabbah" userId="f4e72293ccbf5927" providerId="LiveId" clId="{7069A44A-62D0-486A-B778-8DCA7DC9F06F}" dt="2026-01-23T10:32:59.923" v="522" actId="1076"/>
          <ac:picMkLst>
            <pc:docMk/>
            <pc:sldMk cId="0" sldId="261"/>
            <ac:picMk id="210" creationId="{00000000-0000-0000-0000-000000000000}"/>
          </ac:picMkLst>
        </pc:picChg>
      </pc:sldChg>
      <pc:sldChg chg="modSp mod modNotesTx">
        <pc:chgData name="Fatma dabbah" userId="f4e72293ccbf5927" providerId="LiveId" clId="{7069A44A-62D0-486A-B778-8DCA7DC9F06F}" dt="2026-01-25T12:20:52.031" v="628" actId="20577"/>
        <pc:sldMkLst>
          <pc:docMk/>
          <pc:sldMk cId="0" sldId="262"/>
        </pc:sldMkLst>
        <pc:spChg chg="mod">
          <ac:chgData name="Fatma dabbah" userId="f4e72293ccbf5927" providerId="LiveId" clId="{7069A44A-62D0-486A-B778-8DCA7DC9F06F}" dt="2026-01-23T10:35:27.590" v="546" actId="20577"/>
          <ac:spMkLst>
            <pc:docMk/>
            <pc:sldMk cId="0" sldId="262"/>
            <ac:spMk id="189" creationId="{00000000-0000-0000-0000-000000000000}"/>
          </ac:spMkLst>
        </pc:spChg>
        <pc:spChg chg="mod">
          <ac:chgData name="Fatma dabbah" userId="f4e72293ccbf5927" providerId="LiveId" clId="{7069A44A-62D0-486A-B778-8DCA7DC9F06F}" dt="2026-01-23T10:35:40.026" v="556" actId="20577"/>
          <ac:spMkLst>
            <pc:docMk/>
            <pc:sldMk cId="0" sldId="262"/>
            <ac:spMk id="191" creationId="{00000000-0000-0000-0000-000000000000}"/>
          </ac:spMkLst>
        </pc:spChg>
      </pc:sldChg>
      <pc:sldChg chg="modSp mod">
        <pc:chgData name="Fatma dabbah" userId="f4e72293ccbf5927" providerId="LiveId" clId="{7069A44A-62D0-486A-B778-8DCA7DC9F06F}" dt="2026-01-17T16:39:36.080" v="366" actId="20577"/>
        <pc:sldMkLst>
          <pc:docMk/>
          <pc:sldMk cId="0" sldId="263"/>
        </pc:sldMkLst>
      </pc:sldChg>
      <pc:sldChg chg="modSp mod">
        <pc:chgData name="Fatma dabbah" userId="f4e72293ccbf5927" providerId="LiveId" clId="{7069A44A-62D0-486A-B778-8DCA7DC9F06F}" dt="2026-01-17T16:39:19.414" v="362" actId="14100"/>
        <pc:sldMkLst>
          <pc:docMk/>
          <pc:sldMk cId="0" sldId="264"/>
        </pc:sldMkLst>
      </pc:sldChg>
      <pc:sldChg chg="modSp mod">
        <pc:chgData name="Fatma dabbah" userId="f4e72293ccbf5927" providerId="LiveId" clId="{7069A44A-62D0-486A-B778-8DCA7DC9F06F}" dt="2026-01-17T16:39:59.186" v="368" actId="20577"/>
        <pc:sldMkLst>
          <pc:docMk/>
          <pc:sldMk cId="0" sldId="266"/>
        </pc:sldMkLst>
      </pc:sldChg>
      <pc:sldChg chg="modSp mod modNotesTx">
        <pc:chgData name="Fatma dabbah" userId="f4e72293ccbf5927" providerId="LiveId" clId="{7069A44A-62D0-486A-B778-8DCA7DC9F06F}" dt="2026-01-25T12:22:36.431" v="640" actId="20577"/>
        <pc:sldMkLst>
          <pc:docMk/>
          <pc:sldMk cId="0" sldId="268"/>
        </pc:sldMkLst>
        <pc:spChg chg="mod">
          <ac:chgData name="Fatma dabbah" userId="f4e72293ccbf5927" providerId="LiveId" clId="{7069A44A-62D0-486A-B778-8DCA7DC9F06F}" dt="2026-01-23T10:40:33.527" v="614" actId="20577"/>
          <ac:spMkLst>
            <pc:docMk/>
            <pc:sldMk cId="0" sldId="268"/>
            <ac:spMk id="304" creationId="{00000000-0000-0000-0000-000000000000}"/>
          </ac:spMkLst>
        </pc:spChg>
      </pc:sldChg>
      <pc:sldChg chg="modSp mod modNotesTx">
        <pc:chgData name="Fatma dabbah" userId="f4e72293ccbf5927" providerId="LiveId" clId="{7069A44A-62D0-486A-B778-8DCA7DC9F06F}" dt="2026-01-25T12:22:17.990" v="638" actId="20577"/>
        <pc:sldMkLst>
          <pc:docMk/>
          <pc:sldMk cId="0" sldId="269"/>
        </pc:sldMkLst>
        <pc:spChg chg="mod">
          <ac:chgData name="Fatma dabbah" userId="f4e72293ccbf5927" providerId="LiveId" clId="{7069A44A-62D0-486A-B778-8DCA7DC9F06F}" dt="2026-01-23T10:40:12.262" v="613" actId="20577"/>
          <ac:spMkLst>
            <pc:docMk/>
            <pc:sldMk cId="0" sldId="269"/>
            <ac:spMk id="325" creationId="{00000000-0000-0000-0000-000000000000}"/>
          </ac:spMkLst>
        </pc:spChg>
      </pc:sldChg>
      <pc:sldChg chg="modSp mod modNotesTx">
        <pc:chgData name="Fatma dabbah" userId="f4e72293ccbf5927" providerId="LiveId" clId="{7069A44A-62D0-486A-B778-8DCA7DC9F06F}" dt="2026-01-25T12:22:50.634" v="641" actId="20577"/>
        <pc:sldMkLst>
          <pc:docMk/>
          <pc:sldMk cId="0" sldId="270"/>
        </pc:sldMkLst>
      </pc:sldChg>
      <pc:sldChg chg="modSp mod ord">
        <pc:chgData name="Fatma dabbah" userId="f4e72293ccbf5927" providerId="LiveId" clId="{7069A44A-62D0-486A-B778-8DCA7DC9F06F}" dt="2026-01-23T10:36:40.203" v="564" actId="20577"/>
        <pc:sldMkLst>
          <pc:docMk/>
          <pc:sldMk cId="0" sldId="275"/>
        </pc:sldMkLst>
        <pc:spChg chg="mod">
          <ac:chgData name="Fatma dabbah" userId="f4e72293ccbf5927" providerId="LiveId" clId="{7069A44A-62D0-486A-B778-8DCA7DC9F06F}" dt="2026-01-23T10:36:40.203" v="564" actId="20577"/>
          <ac:spMkLst>
            <pc:docMk/>
            <pc:sldMk cId="0" sldId="275"/>
            <ac:spMk id="282" creationId="{00000000-0000-0000-0000-000000000000}"/>
          </ac:spMkLst>
        </pc:spChg>
      </pc:sldChg>
      <pc:sldChg chg="modSp mod">
        <pc:chgData name="Fatma dabbah" userId="f4e72293ccbf5927" providerId="LiveId" clId="{7069A44A-62D0-486A-B778-8DCA7DC9F06F}" dt="2026-01-23T10:22:41.894" v="438" actId="20577"/>
        <pc:sldMkLst>
          <pc:docMk/>
          <pc:sldMk cId="0" sldId="277"/>
        </pc:sldMkLst>
        <pc:spChg chg="mod">
          <ac:chgData name="Fatma dabbah" userId="f4e72293ccbf5927" providerId="LiveId" clId="{7069A44A-62D0-486A-B778-8DCA7DC9F06F}" dt="2026-01-23T10:22:41.894" v="438" actId="20577"/>
          <ac:spMkLst>
            <pc:docMk/>
            <pc:sldMk cId="0" sldId="277"/>
            <ac:spMk id="109" creationId="{00000000-0000-0000-0000-000000000000}"/>
          </ac:spMkLst>
        </pc:spChg>
      </pc:sldChg>
      <pc:sldChg chg="modSp mod">
        <pc:chgData name="Fatma dabbah" userId="f4e72293ccbf5927" providerId="LiveId" clId="{7069A44A-62D0-486A-B778-8DCA7DC9F06F}" dt="2026-01-23T10:23:44.557" v="468" actId="20577"/>
        <pc:sldMkLst>
          <pc:docMk/>
          <pc:sldMk cId="0" sldId="278"/>
        </pc:sldMkLst>
        <pc:spChg chg="mod">
          <ac:chgData name="Fatma dabbah" userId="f4e72293ccbf5927" providerId="LiveId" clId="{7069A44A-62D0-486A-B778-8DCA7DC9F06F}" dt="2026-01-23T10:23:44.557" v="468" actId="20577"/>
          <ac:spMkLst>
            <pc:docMk/>
            <pc:sldMk cId="0" sldId="278"/>
            <ac:spMk id="120" creationId="{00000000-0000-0000-0000-000000000000}"/>
          </ac:spMkLst>
        </pc:spChg>
        <pc:spChg chg="mod">
          <ac:chgData name="Fatma dabbah" userId="f4e72293ccbf5927" providerId="LiveId" clId="{7069A44A-62D0-486A-B778-8DCA7DC9F06F}" dt="2026-01-23T10:23:24.904" v="460" actId="20577"/>
          <ac:spMkLst>
            <pc:docMk/>
            <pc:sldMk cId="0" sldId="278"/>
            <ac:spMk id="123" creationId="{00000000-0000-0000-0000-000000000000}"/>
          </ac:spMkLst>
        </pc:spChg>
        <pc:spChg chg="mod">
          <ac:chgData name="Fatma dabbah" userId="f4e72293ccbf5927" providerId="LiveId" clId="{7069A44A-62D0-486A-B778-8DCA7DC9F06F}" dt="2026-01-23T10:23:12.384" v="451" actId="20577"/>
          <ac:spMkLst>
            <pc:docMk/>
            <pc:sldMk cId="0" sldId="278"/>
            <ac:spMk id="129" creationId="{00000000-0000-0000-0000-000000000000}"/>
          </ac:spMkLst>
        </pc:spChg>
      </pc:sldChg>
      <pc:sldChg chg="modSp mod modNotesTx">
        <pc:chgData name="Fatma dabbah" userId="f4e72293ccbf5927" providerId="LiveId" clId="{7069A44A-62D0-486A-B778-8DCA7DC9F06F}" dt="2026-01-25T15:49:27.567" v="651" actId="20577"/>
        <pc:sldMkLst>
          <pc:docMk/>
          <pc:sldMk cId="0" sldId="281"/>
        </pc:sldMkLst>
        <pc:spChg chg="mod">
          <ac:chgData name="Fatma dabbah" userId="f4e72293ccbf5927" providerId="LiveId" clId="{7069A44A-62D0-486A-B778-8DCA7DC9F06F}" dt="2026-01-23T10:39:18.033" v="607" actId="1076"/>
          <ac:spMkLst>
            <pc:docMk/>
            <pc:sldMk cId="0" sldId="281"/>
            <ac:spMk id="6" creationId="{43E4BE86-5CFD-3B9F-D58C-6C65A455F459}"/>
          </ac:spMkLst>
        </pc:spChg>
        <pc:spChg chg="mod">
          <ac:chgData name="Fatma dabbah" userId="f4e72293ccbf5927" providerId="LiveId" clId="{7069A44A-62D0-486A-B778-8DCA7DC9F06F}" dt="2026-01-23T10:38:49.584" v="602" actId="1076"/>
          <ac:spMkLst>
            <pc:docMk/>
            <pc:sldMk cId="0" sldId="281"/>
            <ac:spMk id="315" creationId="{00000000-0000-0000-0000-000000000000}"/>
          </ac:spMkLst>
        </pc:spChg>
        <pc:spChg chg="mod">
          <ac:chgData name="Fatma dabbah" userId="f4e72293ccbf5927" providerId="LiveId" clId="{7069A44A-62D0-486A-B778-8DCA7DC9F06F}" dt="2026-01-23T10:38:49.584" v="602" actId="1076"/>
          <ac:spMkLst>
            <pc:docMk/>
            <pc:sldMk cId="0" sldId="281"/>
            <ac:spMk id="316" creationId="{00000000-0000-0000-0000-000000000000}"/>
          </ac:spMkLst>
        </pc:spChg>
        <pc:spChg chg="mod">
          <ac:chgData name="Fatma dabbah" userId="f4e72293ccbf5927" providerId="LiveId" clId="{7069A44A-62D0-486A-B778-8DCA7DC9F06F}" dt="2026-01-23T10:39:43.135" v="610" actId="1076"/>
          <ac:spMkLst>
            <pc:docMk/>
            <pc:sldMk cId="0" sldId="281"/>
            <ac:spMk id="319" creationId="{00000000-0000-0000-0000-000000000000}"/>
          </ac:spMkLst>
        </pc:spChg>
        <pc:spChg chg="mod">
          <ac:chgData name="Fatma dabbah" userId="f4e72293ccbf5927" providerId="LiveId" clId="{7069A44A-62D0-486A-B778-8DCA7DC9F06F}" dt="2026-01-23T10:39:55.809" v="611" actId="1076"/>
          <ac:spMkLst>
            <pc:docMk/>
            <pc:sldMk cId="0" sldId="281"/>
            <ac:spMk id="320" creationId="{00000000-0000-0000-0000-000000000000}"/>
          </ac:spMkLst>
        </pc:spChg>
        <pc:spChg chg="mod">
          <ac:chgData name="Fatma dabbah" userId="f4e72293ccbf5927" providerId="LiveId" clId="{7069A44A-62D0-486A-B778-8DCA7DC9F06F}" dt="2026-01-23T10:37:37.894" v="586" actId="20577"/>
          <ac:spMkLst>
            <pc:docMk/>
            <pc:sldMk cId="0" sldId="281"/>
            <ac:spMk id="324" creationId="{00000000-0000-0000-0000-000000000000}"/>
          </ac:spMkLst>
        </pc:spChg>
        <pc:picChg chg="mod">
          <ac:chgData name="Fatma dabbah" userId="f4e72293ccbf5927" providerId="LiveId" clId="{7069A44A-62D0-486A-B778-8DCA7DC9F06F}" dt="2026-01-23T10:38:49.584" v="602" actId="1076"/>
          <ac:picMkLst>
            <pc:docMk/>
            <pc:sldMk cId="0" sldId="281"/>
            <ac:picMk id="314" creationId="{00000000-0000-0000-0000-000000000000}"/>
          </ac:picMkLst>
        </pc:picChg>
        <pc:picChg chg="mod">
          <ac:chgData name="Fatma dabbah" userId="f4e72293ccbf5927" providerId="LiveId" clId="{7069A44A-62D0-486A-B778-8DCA7DC9F06F}" dt="2026-01-23T10:39:43.135" v="610" actId="1076"/>
          <ac:picMkLst>
            <pc:docMk/>
            <pc:sldMk cId="0" sldId="281"/>
            <ac:picMk id="318" creationId="{00000000-0000-0000-0000-000000000000}"/>
          </ac:picMkLst>
        </pc:picChg>
        <pc:picChg chg="mod">
          <ac:chgData name="Fatma dabbah" userId="f4e72293ccbf5927" providerId="LiveId" clId="{7069A44A-62D0-486A-B778-8DCA7DC9F06F}" dt="2026-01-23T10:38:49.584" v="602" actId="1076"/>
          <ac:picMkLst>
            <pc:docMk/>
            <pc:sldMk cId="0" sldId="281"/>
            <ac:picMk id="322" creationId="{00000000-0000-0000-0000-000000000000}"/>
          </ac:picMkLst>
        </pc:picChg>
        <pc:picChg chg="mod">
          <ac:chgData name="Fatma dabbah" userId="f4e72293ccbf5927" providerId="LiveId" clId="{7069A44A-62D0-486A-B778-8DCA7DC9F06F}" dt="2026-01-23T10:39:43.135" v="610" actId="1076"/>
          <ac:picMkLst>
            <pc:docMk/>
            <pc:sldMk cId="0" sldId="281"/>
            <ac:picMk id="323" creationId="{00000000-0000-0000-0000-000000000000}"/>
          </ac:picMkLst>
        </pc:picChg>
      </pc:sldChg>
      <pc:sldChg chg="modNotesTx">
        <pc:chgData name="Fatma dabbah" userId="f4e72293ccbf5927" providerId="LiveId" clId="{7069A44A-62D0-486A-B778-8DCA7DC9F06F}" dt="2026-01-25T16:26:47.031" v="663" actId="12"/>
        <pc:sldMkLst>
          <pc:docMk/>
          <pc:sldMk cId="0" sldId="282"/>
        </pc:sldMkLst>
      </pc:sldChg>
    </pc:docChg>
  </pc:docChgLst>
  <pc:docChgLst>
    <pc:chgData name="מנאל נעמה" userId="4c65399f-e3cd-443d-9c1b-f13baae1d83b" providerId="ADAL" clId="{BA4D9A8B-2A72-45C4-97B8-5C611F9C3620}"/>
    <pc:docChg chg="undo redo custSel addSld delSld modSld sldOrd">
      <pc:chgData name="מנאל נעמה" userId="4c65399f-e3cd-443d-9c1b-f13baae1d83b" providerId="ADAL" clId="{BA4D9A8B-2A72-45C4-97B8-5C611F9C3620}" dt="2026-01-26T19:58:15.213" v="3322" actId="20577"/>
      <pc:docMkLst>
        <pc:docMk/>
      </pc:docMkLst>
      <pc:sldChg chg="addSp delSp modSp add del mod ord modTransition">
        <pc:chgData name="מנאל נעמה" userId="4c65399f-e3cd-443d-9c1b-f13baae1d83b" providerId="ADAL" clId="{BA4D9A8B-2A72-45C4-97B8-5C611F9C3620}" dt="2026-01-24T17:45:52.961" v="3286" actId="34135"/>
        <pc:sldMkLst>
          <pc:docMk/>
          <pc:sldMk cId="0" sldId="256"/>
        </pc:sldMkLst>
        <pc:spChg chg="add mod">
          <ac:chgData name="מנאל נעמה" userId="4c65399f-e3cd-443d-9c1b-f13baae1d83b" providerId="ADAL" clId="{BA4D9A8B-2A72-45C4-97B8-5C611F9C3620}" dt="2026-01-21T12:13:12.274" v="2316" actId="207"/>
          <ac:spMkLst>
            <pc:docMk/>
            <pc:sldMk cId="0" sldId="256"/>
            <ac:spMk id="3" creationId="{47B5F273-2E76-ABF0-2FD7-E56548AE7B75}"/>
          </ac:spMkLst>
        </pc:spChg>
        <pc:spChg chg="add mod">
          <ac:chgData name="מנאל נעמה" userId="4c65399f-e3cd-443d-9c1b-f13baae1d83b" providerId="ADAL" clId="{BA4D9A8B-2A72-45C4-97B8-5C611F9C3620}" dt="2026-01-21T12:51:45.738" v="2912" actId="1076"/>
          <ac:spMkLst>
            <pc:docMk/>
            <pc:sldMk cId="0" sldId="256"/>
            <ac:spMk id="4" creationId="{5FCBE06F-9C5D-E456-B30B-247745C6D46F}"/>
          </ac:spMkLst>
        </pc:spChg>
        <pc:spChg chg="mod">
          <ac:chgData name="מנאל נעמה" userId="4c65399f-e3cd-443d-9c1b-f13baae1d83b" providerId="ADAL" clId="{BA4D9A8B-2A72-45C4-97B8-5C611F9C3620}" dt="2026-01-22T19:24:45.872" v="3117" actId="1076"/>
          <ac:spMkLst>
            <pc:docMk/>
            <pc:sldMk cId="0" sldId="256"/>
            <ac:spMk id="88" creationId="{00000000-0000-0000-0000-000000000000}"/>
          </ac:spMkLst>
        </pc:spChg>
        <pc:spChg chg="mod">
          <ac:chgData name="מנאל נעמה" userId="4c65399f-e3cd-443d-9c1b-f13baae1d83b" providerId="ADAL" clId="{BA4D9A8B-2A72-45C4-97B8-5C611F9C3620}" dt="2026-01-21T18:30:46.968" v="3007" actId="2711"/>
          <ac:spMkLst>
            <pc:docMk/>
            <pc:sldMk cId="0" sldId="256"/>
            <ac:spMk id="89" creationId="{00000000-0000-0000-0000-000000000000}"/>
          </ac:spMkLst>
        </pc:spChg>
        <pc:spChg chg="mod">
          <ac:chgData name="מנאל נעמה" userId="4c65399f-e3cd-443d-9c1b-f13baae1d83b" providerId="ADAL" clId="{BA4D9A8B-2A72-45C4-97B8-5C611F9C3620}" dt="2026-01-24T17:40:07.857" v="3187" actId="1076"/>
          <ac:spMkLst>
            <pc:docMk/>
            <pc:sldMk cId="0" sldId="256"/>
            <ac:spMk id="91" creationId="{00000000-0000-0000-0000-000000000000}"/>
          </ac:spMkLst>
        </pc:spChg>
        <pc:spChg chg="mod">
          <ac:chgData name="מנאל נעמה" userId="4c65399f-e3cd-443d-9c1b-f13baae1d83b" providerId="ADAL" clId="{BA4D9A8B-2A72-45C4-97B8-5C611F9C3620}" dt="2026-01-24T17:40:00.925" v="3186" actId="1076"/>
          <ac:spMkLst>
            <pc:docMk/>
            <pc:sldMk cId="0" sldId="256"/>
            <ac:spMk id="92" creationId="{00000000-0000-0000-0000-000000000000}"/>
          </ac:spMkLst>
        </pc:spChg>
        <pc:spChg chg="mod">
          <ac:chgData name="מנאל נעמה" userId="4c65399f-e3cd-443d-9c1b-f13baae1d83b" providerId="ADAL" clId="{BA4D9A8B-2A72-45C4-97B8-5C611F9C3620}" dt="2026-01-24T17:39:55.116" v="3185" actId="1076"/>
          <ac:spMkLst>
            <pc:docMk/>
            <pc:sldMk cId="0" sldId="256"/>
            <ac:spMk id="93" creationId="{00000000-0000-0000-0000-000000000000}"/>
          </ac:spMkLst>
        </pc:spChg>
        <pc:spChg chg="mod">
          <ac:chgData name="מנאל נעמה" userId="4c65399f-e3cd-443d-9c1b-f13baae1d83b" providerId="ADAL" clId="{BA4D9A8B-2A72-45C4-97B8-5C611F9C3620}" dt="2026-01-24T17:39:49.825" v="3184" actId="1076"/>
          <ac:spMkLst>
            <pc:docMk/>
            <pc:sldMk cId="0" sldId="256"/>
            <ac:spMk id="94" creationId="{00000000-0000-0000-0000-000000000000}"/>
          </ac:spMkLst>
        </pc:spChg>
        <pc:spChg chg="mod">
          <ac:chgData name="מנאל נעמה" userId="4c65399f-e3cd-443d-9c1b-f13baae1d83b" providerId="ADAL" clId="{BA4D9A8B-2A72-45C4-97B8-5C611F9C3620}" dt="2026-01-24T17:39:31.295" v="3179" actId="207"/>
          <ac:spMkLst>
            <pc:docMk/>
            <pc:sldMk cId="0" sldId="256"/>
            <ac:spMk id="95" creationId="{00000000-0000-0000-0000-000000000000}"/>
          </ac:spMkLst>
        </pc:spChg>
        <pc:spChg chg="mod">
          <ac:chgData name="מנאל נעמה" userId="4c65399f-e3cd-443d-9c1b-f13baae1d83b" providerId="ADAL" clId="{BA4D9A8B-2A72-45C4-97B8-5C611F9C3620}" dt="2026-01-21T18:31:07.814" v="3009" actId="2711"/>
          <ac:spMkLst>
            <pc:docMk/>
            <pc:sldMk cId="0" sldId="256"/>
            <ac:spMk id="96" creationId="{00000000-0000-0000-0000-000000000000}"/>
          </ac:spMkLst>
        </pc:spChg>
        <pc:spChg chg="mod">
          <ac:chgData name="מנאל נעמה" userId="4c65399f-e3cd-443d-9c1b-f13baae1d83b" providerId="ADAL" clId="{BA4D9A8B-2A72-45C4-97B8-5C611F9C3620}" dt="2026-01-21T18:31:07.814" v="3009" actId="2711"/>
          <ac:spMkLst>
            <pc:docMk/>
            <pc:sldMk cId="0" sldId="256"/>
            <ac:spMk id="97" creationId="{00000000-0000-0000-0000-000000000000}"/>
          </ac:spMkLst>
        </pc:spChg>
        <pc:picChg chg="add mod">
          <ac:chgData name="מנאל נעמה" userId="4c65399f-e3cd-443d-9c1b-f13baae1d83b" providerId="ADAL" clId="{BA4D9A8B-2A72-45C4-97B8-5C611F9C3620}" dt="2026-01-24T17:39:15.838" v="3178" actId="1076"/>
          <ac:picMkLst>
            <pc:docMk/>
            <pc:sldMk cId="0" sldId="256"/>
            <ac:picMk id="2" creationId="{B2D00572-E0B5-5547-AACF-2B89CB094CA3}"/>
          </ac:picMkLst>
        </pc:picChg>
        <pc:picChg chg="mod">
          <ac:chgData name="מנאל נעמה" userId="4c65399f-e3cd-443d-9c1b-f13baae1d83b" providerId="ADAL" clId="{BA4D9A8B-2A72-45C4-97B8-5C611F9C3620}" dt="2026-01-24T17:45:52.961" v="3286" actId="34135"/>
          <ac:picMkLst>
            <pc:docMk/>
            <pc:sldMk cId="0" sldId="256"/>
            <ac:picMk id="84" creationId="{00000000-0000-0000-0000-000000000000}"/>
          </ac:picMkLst>
        </pc:picChg>
      </pc:sldChg>
      <pc:sldChg chg="addSp delSp modSp mod modShow">
        <pc:chgData name="מנאל נעמה" userId="4c65399f-e3cd-443d-9c1b-f13baae1d83b" providerId="ADAL" clId="{BA4D9A8B-2A72-45C4-97B8-5C611F9C3620}" dt="2026-01-24T17:46:00.082" v="3288" actId="34135"/>
        <pc:sldMkLst>
          <pc:docMk/>
          <pc:sldMk cId="0" sldId="258"/>
        </pc:sldMkLst>
        <pc:spChg chg="add mod ord">
          <ac:chgData name="מנאל נעמה" userId="4c65399f-e3cd-443d-9c1b-f13baae1d83b" providerId="ADAL" clId="{BA4D9A8B-2A72-45C4-97B8-5C611F9C3620}" dt="2026-01-21T12:37:43.792" v="2748" actId="207"/>
          <ac:spMkLst>
            <pc:docMk/>
            <pc:sldMk cId="0" sldId="258"/>
            <ac:spMk id="4" creationId="{381FB4DA-ED2C-F022-A554-7388E81A0CD7}"/>
          </ac:spMkLst>
        </pc:spChg>
        <pc:spChg chg="add mod ord">
          <ac:chgData name="מנאל נעמה" userId="4c65399f-e3cd-443d-9c1b-f13baae1d83b" providerId="ADAL" clId="{BA4D9A8B-2A72-45C4-97B8-5C611F9C3620}" dt="2026-01-21T12:37:46.007" v="2749" actId="207"/>
          <ac:spMkLst>
            <pc:docMk/>
            <pc:sldMk cId="0" sldId="258"/>
            <ac:spMk id="5" creationId="{037CB555-4C24-F0DD-AD8A-8E2F21BA9620}"/>
          </ac:spMkLst>
        </pc:spChg>
        <pc:spChg chg="add mod ord">
          <ac:chgData name="מנאל נעמה" userId="4c65399f-e3cd-443d-9c1b-f13baae1d83b" providerId="ADAL" clId="{BA4D9A8B-2A72-45C4-97B8-5C611F9C3620}" dt="2026-01-21T12:37:51.759" v="2752" actId="207"/>
          <ac:spMkLst>
            <pc:docMk/>
            <pc:sldMk cId="0" sldId="258"/>
            <ac:spMk id="6" creationId="{F3E24B1C-E65D-F690-AA40-54393C213803}"/>
          </ac:spMkLst>
        </pc:spChg>
        <pc:spChg chg="mod">
          <ac:chgData name="מנאל נעמה" userId="4c65399f-e3cd-443d-9c1b-f13baae1d83b" providerId="ADAL" clId="{BA4D9A8B-2A72-45C4-97B8-5C611F9C3620}" dt="2026-01-21T11:29:20.003" v="1981" actId="1076"/>
          <ac:spMkLst>
            <pc:docMk/>
            <pc:sldMk cId="0" sldId="258"/>
            <ac:spMk id="121" creationId="{00000000-0000-0000-0000-000000000000}"/>
          </ac:spMkLst>
        </pc:spChg>
        <pc:spChg chg="mod">
          <ac:chgData name="מנאל נעמה" userId="4c65399f-e3cd-443d-9c1b-f13baae1d83b" providerId="ADAL" clId="{BA4D9A8B-2A72-45C4-97B8-5C611F9C3620}" dt="2026-01-21T11:29:20.003" v="1981" actId="1076"/>
          <ac:spMkLst>
            <pc:docMk/>
            <pc:sldMk cId="0" sldId="258"/>
            <ac:spMk id="122" creationId="{00000000-0000-0000-0000-000000000000}"/>
          </ac:spMkLst>
        </pc:spChg>
        <pc:spChg chg="mod">
          <ac:chgData name="מנאל נעמה" userId="4c65399f-e3cd-443d-9c1b-f13baae1d83b" providerId="ADAL" clId="{BA4D9A8B-2A72-45C4-97B8-5C611F9C3620}" dt="2026-01-21T11:29:20.003" v="1981" actId="1076"/>
          <ac:spMkLst>
            <pc:docMk/>
            <pc:sldMk cId="0" sldId="258"/>
            <ac:spMk id="123" creationId="{00000000-0000-0000-0000-000000000000}"/>
          </ac:spMkLst>
        </pc:spChg>
        <pc:spChg chg="mod">
          <ac:chgData name="מנאל נעמה" userId="4c65399f-e3cd-443d-9c1b-f13baae1d83b" providerId="ADAL" clId="{BA4D9A8B-2A72-45C4-97B8-5C611F9C3620}" dt="2026-01-21T11:29:20.003" v="1981" actId="1076"/>
          <ac:spMkLst>
            <pc:docMk/>
            <pc:sldMk cId="0" sldId="258"/>
            <ac:spMk id="124" creationId="{00000000-0000-0000-0000-000000000000}"/>
          </ac:spMkLst>
        </pc:spChg>
        <pc:spChg chg="mod">
          <ac:chgData name="מנאל נעמה" userId="4c65399f-e3cd-443d-9c1b-f13baae1d83b" providerId="ADAL" clId="{BA4D9A8B-2A72-45C4-97B8-5C611F9C3620}" dt="2026-01-21T11:29:20.003" v="1981" actId="1076"/>
          <ac:spMkLst>
            <pc:docMk/>
            <pc:sldMk cId="0" sldId="258"/>
            <ac:spMk id="125" creationId="{00000000-0000-0000-0000-000000000000}"/>
          </ac:spMkLst>
        </pc:spChg>
        <pc:spChg chg="mod">
          <ac:chgData name="מנאל נעמה" userId="4c65399f-e3cd-443d-9c1b-f13baae1d83b" providerId="ADAL" clId="{BA4D9A8B-2A72-45C4-97B8-5C611F9C3620}" dt="2026-01-21T11:29:20.003" v="1981" actId="1076"/>
          <ac:spMkLst>
            <pc:docMk/>
            <pc:sldMk cId="0" sldId="258"/>
            <ac:spMk id="126" creationId="{00000000-0000-0000-0000-000000000000}"/>
          </ac:spMkLst>
        </pc:spChg>
        <pc:spChg chg="mod">
          <ac:chgData name="מנאל נעמה" userId="4c65399f-e3cd-443d-9c1b-f13baae1d83b" providerId="ADAL" clId="{BA4D9A8B-2A72-45C4-97B8-5C611F9C3620}" dt="2026-01-21T10:04:21.830" v="1236" actId="207"/>
          <ac:spMkLst>
            <pc:docMk/>
            <pc:sldMk cId="0" sldId="258"/>
            <ac:spMk id="130" creationId="{00000000-0000-0000-0000-000000000000}"/>
          </ac:spMkLst>
        </pc:spChg>
        <pc:picChg chg="add mod ord">
          <ac:chgData name="מנאל נעמה" userId="4c65399f-e3cd-443d-9c1b-f13baae1d83b" providerId="ADAL" clId="{BA4D9A8B-2A72-45C4-97B8-5C611F9C3620}" dt="2026-01-24T17:46:00.082" v="3288" actId="34135"/>
          <ac:picMkLst>
            <pc:docMk/>
            <pc:sldMk cId="0" sldId="258"/>
            <ac:picMk id="3" creationId="{C7078AEC-AB3A-E07D-B068-71008E4B9E12}"/>
          </ac:picMkLst>
        </pc:picChg>
        <pc:picChg chg="add mod">
          <ac:chgData name="מנאל נעמה" userId="4c65399f-e3cd-443d-9c1b-f13baae1d83b" providerId="ADAL" clId="{BA4D9A8B-2A72-45C4-97B8-5C611F9C3620}" dt="2026-01-21T10:04:43.280" v="1239"/>
          <ac:picMkLst>
            <pc:docMk/>
            <pc:sldMk cId="0" sldId="258"/>
            <ac:picMk id="7" creationId="{EEE48529-D125-3394-07D0-AF9189B7726A}"/>
          </ac:picMkLst>
        </pc:picChg>
        <pc:picChg chg="mod">
          <ac:chgData name="מנאל נעמה" userId="4c65399f-e3cd-443d-9c1b-f13baae1d83b" providerId="ADAL" clId="{BA4D9A8B-2A72-45C4-97B8-5C611F9C3620}" dt="2026-01-21T12:37:49.406" v="2751" actId="207"/>
          <ac:picMkLst>
            <pc:docMk/>
            <pc:sldMk cId="0" sldId="258"/>
            <ac:picMk id="119" creationId="{00000000-0000-0000-0000-000000000000}"/>
          </ac:picMkLst>
        </pc:picChg>
        <pc:picChg chg="mod">
          <ac:chgData name="מנאל נעמה" userId="4c65399f-e3cd-443d-9c1b-f13baae1d83b" providerId="ADAL" clId="{BA4D9A8B-2A72-45C4-97B8-5C611F9C3620}" dt="2026-01-21T12:54:28.675" v="2941"/>
          <ac:picMkLst>
            <pc:docMk/>
            <pc:sldMk cId="0" sldId="258"/>
            <ac:picMk id="127" creationId="{00000000-0000-0000-0000-000000000000}"/>
          </ac:picMkLst>
        </pc:picChg>
        <pc:picChg chg="mod">
          <ac:chgData name="מנאל נעמה" userId="4c65399f-e3cd-443d-9c1b-f13baae1d83b" providerId="ADAL" clId="{BA4D9A8B-2A72-45C4-97B8-5C611F9C3620}" dt="2026-01-21T12:54:33.105" v="2945"/>
          <ac:picMkLst>
            <pc:docMk/>
            <pc:sldMk cId="0" sldId="258"/>
            <ac:picMk id="128" creationId="{00000000-0000-0000-0000-000000000000}"/>
          </ac:picMkLst>
        </pc:picChg>
        <pc:picChg chg="mod">
          <ac:chgData name="מנאל נעמה" userId="4c65399f-e3cd-443d-9c1b-f13baae1d83b" providerId="ADAL" clId="{BA4D9A8B-2A72-45C4-97B8-5C611F9C3620}" dt="2026-01-21T12:54:39.029" v="2950"/>
          <ac:picMkLst>
            <pc:docMk/>
            <pc:sldMk cId="0" sldId="258"/>
            <ac:picMk id="129" creationId="{00000000-0000-0000-0000-000000000000}"/>
          </ac:picMkLst>
        </pc:picChg>
      </pc:sldChg>
      <pc:sldChg chg="addSp delSp modSp mod">
        <pc:chgData name="מנאל נעמה" userId="4c65399f-e3cd-443d-9c1b-f13baae1d83b" providerId="ADAL" clId="{BA4D9A8B-2A72-45C4-97B8-5C611F9C3620}" dt="2026-01-24T17:46:13.513" v="3290" actId="34135"/>
        <pc:sldMkLst>
          <pc:docMk/>
          <pc:sldMk cId="0" sldId="259"/>
        </pc:sldMkLst>
        <pc:spChg chg="add mod">
          <ac:chgData name="מנאל נעמה" userId="4c65399f-e3cd-443d-9c1b-f13baae1d83b" providerId="ADAL" clId="{BA4D9A8B-2A72-45C4-97B8-5C611F9C3620}" dt="2026-01-21T12:15:49.619" v="2361" actId="20577"/>
          <ac:spMkLst>
            <pc:docMk/>
            <pc:sldMk cId="0" sldId="259"/>
            <ac:spMk id="6" creationId="{F6EADDFF-1E20-45A0-98FC-42978B5D1396}"/>
          </ac:spMkLst>
        </pc:spChg>
        <pc:spChg chg="mod">
          <ac:chgData name="מנאל נעמה" userId="4c65399f-e3cd-443d-9c1b-f13baae1d83b" providerId="ADAL" clId="{BA4D9A8B-2A72-45C4-97B8-5C611F9C3620}" dt="2026-01-24T17:36:06.471" v="3130" actId="1076"/>
          <ac:spMkLst>
            <pc:docMk/>
            <pc:sldMk cId="0" sldId="259"/>
            <ac:spMk id="139" creationId="{00000000-0000-0000-0000-000000000000}"/>
          </ac:spMkLst>
        </pc:spChg>
        <pc:spChg chg="mod">
          <ac:chgData name="מנאל נעמה" userId="4c65399f-e3cd-443d-9c1b-f13baae1d83b" providerId="ADAL" clId="{BA4D9A8B-2A72-45C4-97B8-5C611F9C3620}" dt="2026-01-24T17:38:50.820" v="3175" actId="207"/>
          <ac:spMkLst>
            <pc:docMk/>
            <pc:sldMk cId="0" sldId="259"/>
            <ac:spMk id="140" creationId="{00000000-0000-0000-0000-000000000000}"/>
          </ac:spMkLst>
        </pc:spChg>
        <pc:spChg chg="mod">
          <ac:chgData name="מנאל נעמה" userId="4c65399f-e3cd-443d-9c1b-f13baae1d83b" providerId="ADAL" clId="{BA4D9A8B-2A72-45C4-97B8-5C611F9C3620}" dt="2026-01-24T17:39:02.318" v="3177" actId="1076"/>
          <ac:spMkLst>
            <pc:docMk/>
            <pc:sldMk cId="0" sldId="259"/>
            <ac:spMk id="141" creationId="{00000000-0000-0000-0000-000000000000}"/>
          </ac:spMkLst>
        </pc:spChg>
        <pc:picChg chg="add mod ord">
          <ac:chgData name="מנאל נעמה" userId="4c65399f-e3cd-443d-9c1b-f13baae1d83b" providerId="ADAL" clId="{BA4D9A8B-2A72-45C4-97B8-5C611F9C3620}" dt="2026-01-24T17:46:13.513" v="3290" actId="34135"/>
          <ac:picMkLst>
            <pc:docMk/>
            <pc:sldMk cId="0" sldId="259"/>
            <ac:picMk id="3" creationId="{E760F334-C31C-72A1-161B-1BE57D6FEBC2}"/>
          </ac:picMkLst>
        </pc:picChg>
        <pc:picChg chg="add mod">
          <ac:chgData name="מנאל נעמה" userId="4c65399f-e3cd-443d-9c1b-f13baae1d83b" providerId="ADAL" clId="{BA4D9A8B-2A72-45C4-97B8-5C611F9C3620}" dt="2026-01-21T10:09:23.021" v="1303"/>
          <ac:picMkLst>
            <pc:docMk/>
            <pc:sldMk cId="0" sldId="259"/>
            <ac:picMk id="4" creationId="{1964F9A7-B381-0B77-023D-384E04E28A14}"/>
          </ac:picMkLst>
        </pc:picChg>
        <pc:picChg chg="mod">
          <ac:chgData name="מנאל נעמה" userId="4c65399f-e3cd-443d-9c1b-f13baae1d83b" providerId="ADAL" clId="{BA4D9A8B-2A72-45C4-97B8-5C611F9C3620}" dt="2026-01-24T17:38:57.527" v="3176" actId="1076"/>
          <ac:picMkLst>
            <pc:docMk/>
            <pc:sldMk cId="0" sldId="259"/>
            <ac:picMk id="138" creationId="{00000000-0000-0000-0000-000000000000}"/>
          </ac:picMkLst>
        </pc:picChg>
      </pc:sldChg>
      <pc:sldChg chg="addSp delSp modSp mod modNotesTx">
        <pc:chgData name="מנאל נעמה" userId="4c65399f-e3cd-443d-9c1b-f13baae1d83b" providerId="ADAL" clId="{BA4D9A8B-2A72-45C4-97B8-5C611F9C3620}" dt="2026-01-26T19:57:39.685" v="3315" actId="20577"/>
        <pc:sldMkLst>
          <pc:docMk/>
          <pc:sldMk cId="0" sldId="260"/>
        </pc:sldMkLst>
        <pc:spChg chg="add mod">
          <ac:chgData name="מנאל נעמה" userId="4c65399f-e3cd-443d-9c1b-f13baae1d83b" providerId="ADAL" clId="{BA4D9A8B-2A72-45C4-97B8-5C611F9C3620}" dt="2026-01-21T12:15:58.317" v="2365" actId="20577"/>
          <ac:spMkLst>
            <pc:docMk/>
            <pc:sldMk cId="0" sldId="260"/>
            <ac:spMk id="7" creationId="{682F3E4F-21EB-FEE8-C21E-0525704EF03A}"/>
          </ac:spMkLst>
        </pc:spChg>
        <pc:spChg chg="mod">
          <ac:chgData name="מנאל נעמה" userId="4c65399f-e3cd-443d-9c1b-f13baae1d83b" providerId="ADAL" clId="{BA4D9A8B-2A72-45C4-97B8-5C611F9C3620}" dt="2026-01-21T10:20:28.709" v="1439" actId="255"/>
          <ac:spMkLst>
            <pc:docMk/>
            <pc:sldMk cId="0" sldId="260"/>
            <ac:spMk id="150" creationId="{00000000-0000-0000-0000-000000000000}"/>
          </ac:spMkLst>
        </pc:spChg>
        <pc:spChg chg="mod">
          <ac:chgData name="מנאל נעמה" userId="4c65399f-e3cd-443d-9c1b-f13baae1d83b" providerId="ADAL" clId="{BA4D9A8B-2A72-45C4-97B8-5C611F9C3620}" dt="2026-01-21T11:10:14.532" v="1717" actId="255"/>
          <ac:spMkLst>
            <pc:docMk/>
            <pc:sldMk cId="0" sldId="260"/>
            <ac:spMk id="151" creationId="{00000000-0000-0000-0000-000000000000}"/>
          </ac:spMkLst>
        </pc:spChg>
        <pc:spChg chg="mod">
          <ac:chgData name="מנאל נעמה" userId="4c65399f-e3cd-443d-9c1b-f13baae1d83b" providerId="ADAL" clId="{BA4D9A8B-2A72-45C4-97B8-5C611F9C3620}" dt="2026-01-21T10:20:48.970" v="1443" actId="255"/>
          <ac:spMkLst>
            <pc:docMk/>
            <pc:sldMk cId="0" sldId="260"/>
            <ac:spMk id="152" creationId="{00000000-0000-0000-0000-000000000000}"/>
          </ac:spMkLst>
        </pc:spChg>
        <pc:spChg chg="mod">
          <ac:chgData name="מנאל נעמה" userId="4c65399f-e3cd-443d-9c1b-f13baae1d83b" providerId="ADAL" clId="{BA4D9A8B-2A72-45C4-97B8-5C611F9C3620}" dt="2026-01-21T10:20:34.188" v="1440" actId="255"/>
          <ac:spMkLst>
            <pc:docMk/>
            <pc:sldMk cId="0" sldId="260"/>
            <ac:spMk id="153" creationId="{00000000-0000-0000-0000-000000000000}"/>
          </ac:spMkLst>
        </pc:spChg>
        <pc:spChg chg="mod">
          <ac:chgData name="מנאל נעמה" userId="4c65399f-e3cd-443d-9c1b-f13baae1d83b" providerId="ADAL" clId="{BA4D9A8B-2A72-45C4-97B8-5C611F9C3620}" dt="2026-01-21T11:10:18.069" v="1718" actId="255"/>
          <ac:spMkLst>
            <pc:docMk/>
            <pc:sldMk cId="0" sldId="260"/>
            <ac:spMk id="154" creationId="{00000000-0000-0000-0000-000000000000}"/>
          </ac:spMkLst>
        </pc:spChg>
        <pc:spChg chg="mod">
          <ac:chgData name="מנאל נעמה" userId="4c65399f-e3cd-443d-9c1b-f13baae1d83b" providerId="ADAL" clId="{BA4D9A8B-2A72-45C4-97B8-5C611F9C3620}" dt="2026-01-21T10:20:57.164" v="1445" actId="1076"/>
          <ac:spMkLst>
            <pc:docMk/>
            <pc:sldMk cId="0" sldId="260"/>
            <ac:spMk id="155" creationId="{00000000-0000-0000-0000-000000000000}"/>
          </ac:spMkLst>
        </pc:spChg>
        <pc:spChg chg="mod">
          <ac:chgData name="מנאל נעמה" userId="4c65399f-e3cd-443d-9c1b-f13baae1d83b" providerId="ADAL" clId="{BA4D9A8B-2A72-45C4-97B8-5C611F9C3620}" dt="2026-01-21T10:20:41.554" v="1441" actId="207"/>
          <ac:spMkLst>
            <pc:docMk/>
            <pc:sldMk cId="0" sldId="260"/>
            <ac:spMk id="158" creationId="{00000000-0000-0000-0000-000000000000}"/>
          </ac:spMkLst>
        </pc:spChg>
        <pc:picChg chg="add mod ord">
          <ac:chgData name="מנאל נעמה" userId="4c65399f-e3cd-443d-9c1b-f13baae1d83b" providerId="ADAL" clId="{BA4D9A8B-2A72-45C4-97B8-5C611F9C3620}" dt="2026-01-24T17:46:17.697" v="3291" actId="34135"/>
          <ac:picMkLst>
            <pc:docMk/>
            <pc:sldMk cId="0" sldId="260"/>
            <ac:picMk id="3" creationId="{E42369FF-A133-4D0A-A8BA-AC53562B5F20}"/>
          </ac:picMkLst>
        </pc:picChg>
        <pc:picChg chg="add mod">
          <ac:chgData name="מנאל נעמה" userId="4c65399f-e3cd-443d-9c1b-f13baae1d83b" providerId="ADAL" clId="{BA4D9A8B-2A72-45C4-97B8-5C611F9C3620}" dt="2026-01-21T10:09:24.261" v="1304"/>
          <ac:picMkLst>
            <pc:docMk/>
            <pc:sldMk cId="0" sldId="260"/>
            <ac:picMk id="4" creationId="{759DF7A7-6830-21BB-2FC3-71C4EFCC3C44}"/>
          </ac:picMkLst>
        </pc:picChg>
        <pc:picChg chg="add mod ord">
          <ac:chgData name="מנאל נעמה" userId="4c65399f-e3cd-443d-9c1b-f13baae1d83b" providerId="ADAL" clId="{BA4D9A8B-2A72-45C4-97B8-5C611F9C3620}" dt="2026-01-21T10:21:18.687" v="1449" actId="167"/>
          <ac:picMkLst>
            <pc:docMk/>
            <pc:sldMk cId="0" sldId="260"/>
            <ac:picMk id="5" creationId="{61E27E56-3B56-F957-A901-11AB17E17A86}"/>
          </ac:picMkLst>
        </pc:picChg>
        <pc:picChg chg="add mod ord">
          <ac:chgData name="מנאל נעמה" userId="4c65399f-e3cd-443d-9c1b-f13baae1d83b" providerId="ADAL" clId="{BA4D9A8B-2A72-45C4-97B8-5C611F9C3620}" dt="2026-01-21T10:21:34.389" v="1454" actId="14100"/>
          <ac:picMkLst>
            <pc:docMk/>
            <pc:sldMk cId="0" sldId="260"/>
            <ac:picMk id="6" creationId="{3274F8EC-F051-BE68-8CD4-87DC400BDD2A}"/>
          </ac:picMkLst>
        </pc:picChg>
      </pc:sldChg>
      <pc:sldChg chg="addSp delSp modSp add del mod ord modNotes modNotesTx">
        <pc:chgData name="מנאל נעמה" userId="4c65399f-e3cd-443d-9c1b-f13baae1d83b" providerId="ADAL" clId="{BA4D9A8B-2A72-45C4-97B8-5C611F9C3620}" dt="2026-01-26T19:57:52.270" v="3316" actId="20577"/>
        <pc:sldMkLst>
          <pc:docMk/>
          <pc:sldMk cId="0" sldId="261"/>
        </pc:sldMkLst>
        <pc:spChg chg="add mod">
          <ac:chgData name="מנאל נעמה" userId="4c65399f-e3cd-443d-9c1b-f13baae1d83b" providerId="ADAL" clId="{BA4D9A8B-2A72-45C4-97B8-5C611F9C3620}" dt="2026-01-21T12:19:17.551" v="2412" actId="20577"/>
          <ac:spMkLst>
            <pc:docMk/>
            <pc:sldMk cId="0" sldId="261"/>
            <ac:spMk id="4" creationId="{4C1E0E0E-FAD2-D013-5B56-A16C735D9635}"/>
          </ac:spMkLst>
        </pc:spChg>
        <pc:spChg chg="mod">
          <ac:chgData name="מנאל נעמה" userId="4c65399f-e3cd-443d-9c1b-f13baae1d83b" providerId="ADAL" clId="{BA4D9A8B-2A72-45C4-97B8-5C611F9C3620}" dt="2026-01-24T17:36:45.239" v="3162" actId="207"/>
          <ac:spMkLst>
            <pc:docMk/>
            <pc:sldMk cId="0" sldId="261"/>
            <ac:spMk id="21" creationId="{DA47DD35-9F91-40FD-0161-ADE131D28D5E}"/>
          </ac:spMkLst>
        </pc:spChg>
        <pc:spChg chg="mod">
          <ac:chgData name="מנאל נעמה" userId="4c65399f-e3cd-443d-9c1b-f13baae1d83b" providerId="ADAL" clId="{BA4D9A8B-2A72-45C4-97B8-5C611F9C3620}" dt="2026-01-21T12:17:27.019" v="2388" actId="14100"/>
          <ac:spMkLst>
            <pc:docMk/>
            <pc:sldMk cId="0" sldId="261"/>
            <ac:spMk id="202" creationId="{00000000-0000-0000-0000-000000000000}"/>
          </ac:spMkLst>
        </pc:spChg>
        <pc:spChg chg="mod">
          <ac:chgData name="מנאל נעמה" userId="4c65399f-e3cd-443d-9c1b-f13baae1d83b" providerId="ADAL" clId="{BA4D9A8B-2A72-45C4-97B8-5C611F9C3620}" dt="2026-01-21T12:18:48.140" v="2407" actId="14100"/>
          <ac:spMkLst>
            <pc:docMk/>
            <pc:sldMk cId="0" sldId="261"/>
            <ac:spMk id="203" creationId="{00000000-0000-0000-0000-000000000000}"/>
          </ac:spMkLst>
        </pc:spChg>
        <pc:spChg chg="mod">
          <ac:chgData name="מנאל נעמה" userId="4c65399f-e3cd-443d-9c1b-f13baae1d83b" providerId="ADAL" clId="{BA4D9A8B-2A72-45C4-97B8-5C611F9C3620}" dt="2026-01-21T12:18:18.990" v="2398" actId="14100"/>
          <ac:spMkLst>
            <pc:docMk/>
            <pc:sldMk cId="0" sldId="261"/>
            <ac:spMk id="205" creationId="{00000000-0000-0000-0000-000000000000}"/>
          </ac:spMkLst>
        </pc:spChg>
        <pc:spChg chg="mod">
          <ac:chgData name="מנאל נעמה" userId="4c65399f-e3cd-443d-9c1b-f13baae1d83b" providerId="ADAL" clId="{BA4D9A8B-2A72-45C4-97B8-5C611F9C3620}" dt="2026-01-21T12:18:18.990" v="2398" actId="14100"/>
          <ac:spMkLst>
            <pc:docMk/>
            <pc:sldMk cId="0" sldId="261"/>
            <ac:spMk id="206" creationId="{00000000-0000-0000-0000-000000000000}"/>
          </ac:spMkLst>
        </pc:spChg>
        <pc:spChg chg="mod">
          <ac:chgData name="מנאל נעמה" userId="4c65399f-e3cd-443d-9c1b-f13baae1d83b" providerId="ADAL" clId="{BA4D9A8B-2A72-45C4-97B8-5C611F9C3620}" dt="2026-01-21T12:17:37.828" v="2389" actId="14100"/>
          <ac:spMkLst>
            <pc:docMk/>
            <pc:sldMk cId="0" sldId="261"/>
            <ac:spMk id="208" creationId="{00000000-0000-0000-0000-000000000000}"/>
          </ac:spMkLst>
        </pc:spChg>
        <pc:spChg chg="mod">
          <ac:chgData name="מנאל נעמה" userId="4c65399f-e3cd-443d-9c1b-f13baae1d83b" providerId="ADAL" clId="{BA4D9A8B-2A72-45C4-97B8-5C611F9C3620}" dt="2026-01-21T12:17:37.828" v="2389" actId="14100"/>
          <ac:spMkLst>
            <pc:docMk/>
            <pc:sldMk cId="0" sldId="261"/>
            <ac:spMk id="209" creationId="{00000000-0000-0000-0000-000000000000}"/>
          </ac:spMkLst>
        </pc:spChg>
        <pc:spChg chg="mod">
          <ac:chgData name="מנאל נעמה" userId="4c65399f-e3cd-443d-9c1b-f13baae1d83b" providerId="ADAL" clId="{BA4D9A8B-2A72-45C4-97B8-5C611F9C3620}" dt="2026-01-21T12:18:18.990" v="2398" actId="14100"/>
          <ac:spMkLst>
            <pc:docMk/>
            <pc:sldMk cId="0" sldId="261"/>
            <ac:spMk id="211" creationId="{00000000-0000-0000-0000-000000000000}"/>
          </ac:spMkLst>
        </pc:spChg>
        <pc:spChg chg="mod">
          <ac:chgData name="מנאל נעמה" userId="4c65399f-e3cd-443d-9c1b-f13baae1d83b" providerId="ADAL" clId="{BA4D9A8B-2A72-45C4-97B8-5C611F9C3620}" dt="2026-01-21T12:18:18.990" v="2398" actId="14100"/>
          <ac:spMkLst>
            <pc:docMk/>
            <pc:sldMk cId="0" sldId="261"/>
            <ac:spMk id="212" creationId="{00000000-0000-0000-0000-000000000000}"/>
          </ac:spMkLst>
        </pc:spChg>
        <pc:picChg chg="add mod">
          <ac:chgData name="מנאל נעמה" userId="4c65399f-e3cd-443d-9c1b-f13baae1d83b" providerId="ADAL" clId="{BA4D9A8B-2A72-45C4-97B8-5C611F9C3620}" dt="2026-01-21T10:57:16.690" v="1499"/>
          <ac:picMkLst>
            <pc:docMk/>
            <pc:sldMk cId="0" sldId="261"/>
            <ac:picMk id="2" creationId="{1B26F719-A877-3DD8-4DD2-E66CAB7D98A4}"/>
          </ac:picMkLst>
        </pc:picChg>
        <pc:picChg chg="mod">
          <ac:chgData name="מנאל נעמה" userId="4c65399f-e3cd-443d-9c1b-f13baae1d83b" providerId="ADAL" clId="{BA4D9A8B-2A72-45C4-97B8-5C611F9C3620}" dt="2026-01-24T17:46:20.081" v="3292" actId="34135"/>
          <ac:picMkLst>
            <pc:docMk/>
            <pc:sldMk cId="0" sldId="261"/>
            <ac:picMk id="187" creationId="{00000000-0000-0000-0000-000000000000}"/>
          </ac:picMkLst>
        </pc:picChg>
        <pc:picChg chg="mod">
          <ac:chgData name="מנאל נעמה" userId="4c65399f-e3cd-443d-9c1b-f13baae1d83b" providerId="ADAL" clId="{BA4D9A8B-2A72-45C4-97B8-5C611F9C3620}" dt="2026-01-21T12:17:27.019" v="2388" actId="14100"/>
          <ac:picMkLst>
            <pc:docMk/>
            <pc:sldMk cId="0" sldId="261"/>
            <ac:picMk id="190" creationId="{00000000-0000-0000-0000-000000000000}"/>
          </ac:picMkLst>
        </pc:picChg>
        <pc:picChg chg="mod">
          <ac:chgData name="מנאל נעמה" userId="4c65399f-e3cd-443d-9c1b-f13baae1d83b" providerId="ADAL" clId="{BA4D9A8B-2A72-45C4-97B8-5C611F9C3620}" dt="2026-01-21T12:18:18.990" v="2398" actId="14100"/>
          <ac:picMkLst>
            <pc:docMk/>
            <pc:sldMk cId="0" sldId="261"/>
            <ac:picMk id="191" creationId="{00000000-0000-0000-0000-000000000000}"/>
          </ac:picMkLst>
        </pc:picChg>
        <pc:picChg chg="mod">
          <ac:chgData name="מנאל נעמה" userId="4c65399f-e3cd-443d-9c1b-f13baae1d83b" providerId="ADAL" clId="{BA4D9A8B-2A72-45C4-97B8-5C611F9C3620}" dt="2026-01-21T12:17:37.828" v="2389" actId="14100"/>
          <ac:picMkLst>
            <pc:docMk/>
            <pc:sldMk cId="0" sldId="261"/>
            <ac:picMk id="192" creationId="{00000000-0000-0000-0000-000000000000}"/>
          </ac:picMkLst>
        </pc:picChg>
        <pc:picChg chg="mod">
          <ac:chgData name="מנאל נעמה" userId="4c65399f-e3cd-443d-9c1b-f13baae1d83b" providerId="ADAL" clId="{BA4D9A8B-2A72-45C4-97B8-5C611F9C3620}" dt="2026-01-21T12:18:18.990" v="2398" actId="14100"/>
          <ac:picMkLst>
            <pc:docMk/>
            <pc:sldMk cId="0" sldId="261"/>
            <ac:picMk id="193" creationId="{00000000-0000-0000-0000-000000000000}"/>
          </ac:picMkLst>
        </pc:picChg>
        <pc:picChg chg="mod">
          <ac:chgData name="מנאל נעמה" userId="4c65399f-e3cd-443d-9c1b-f13baae1d83b" providerId="ADAL" clId="{BA4D9A8B-2A72-45C4-97B8-5C611F9C3620}" dt="2026-01-21T12:18:06.390" v="2397" actId="14100"/>
          <ac:picMkLst>
            <pc:docMk/>
            <pc:sldMk cId="0" sldId="261"/>
            <ac:picMk id="194" creationId="{00000000-0000-0000-0000-000000000000}"/>
          </ac:picMkLst>
        </pc:picChg>
        <pc:picChg chg="mod">
          <ac:chgData name="מנאל נעמה" userId="4c65399f-e3cd-443d-9c1b-f13baae1d83b" providerId="ADAL" clId="{BA4D9A8B-2A72-45C4-97B8-5C611F9C3620}" dt="2026-01-21T12:18:24.993" v="2400" actId="14100"/>
          <ac:picMkLst>
            <pc:docMk/>
            <pc:sldMk cId="0" sldId="261"/>
            <ac:picMk id="195" creationId="{00000000-0000-0000-0000-000000000000}"/>
          </ac:picMkLst>
        </pc:picChg>
        <pc:picChg chg="mod">
          <ac:chgData name="מנאל נעמה" userId="4c65399f-e3cd-443d-9c1b-f13baae1d83b" providerId="ADAL" clId="{BA4D9A8B-2A72-45C4-97B8-5C611F9C3620}" dt="2026-01-21T12:17:51.498" v="2394" actId="1076"/>
          <ac:picMkLst>
            <pc:docMk/>
            <pc:sldMk cId="0" sldId="261"/>
            <ac:picMk id="196" creationId="{00000000-0000-0000-0000-000000000000}"/>
          </ac:picMkLst>
        </pc:picChg>
        <pc:picChg chg="mod">
          <ac:chgData name="מנאל נעמה" userId="4c65399f-e3cd-443d-9c1b-f13baae1d83b" providerId="ADAL" clId="{BA4D9A8B-2A72-45C4-97B8-5C611F9C3620}" dt="2026-01-21T12:18:28.158" v="2402" actId="14100"/>
          <ac:picMkLst>
            <pc:docMk/>
            <pc:sldMk cId="0" sldId="261"/>
            <ac:picMk id="197" creationId="{00000000-0000-0000-0000-000000000000}"/>
          </ac:picMkLst>
        </pc:picChg>
        <pc:picChg chg="mod">
          <ac:chgData name="מנאל נעמה" userId="4c65399f-e3cd-443d-9c1b-f13baae1d83b" providerId="ADAL" clId="{BA4D9A8B-2A72-45C4-97B8-5C611F9C3620}" dt="2026-01-21T12:17:27.019" v="2388" actId="14100"/>
          <ac:picMkLst>
            <pc:docMk/>
            <pc:sldMk cId="0" sldId="261"/>
            <ac:picMk id="204" creationId="{00000000-0000-0000-0000-000000000000}"/>
          </ac:picMkLst>
        </pc:picChg>
        <pc:picChg chg="mod">
          <ac:chgData name="מנאל נעמה" userId="4c65399f-e3cd-443d-9c1b-f13baae1d83b" providerId="ADAL" clId="{BA4D9A8B-2A72-45C4-97B8-5C611F9C3620}" dt="2026-01-21T12:18:18.990" v="2398" actId="14100"/>
          <ac:picMkLst>
            <pc:docMk/>
            <pc:sldMk cId="0" sldId="261"/>
            <ac:picMk id="207" creationId="{00000000-0000-0000-0000-000000000000}"/>
          </ac:picMkLst>
        </pc:picChg>
        <pc:picChg chg="mod">
          <ac:chgData name="מנאל נעמה" userId="4c65399f-e3cd-443d-9c1b-f13baae1d83b" providerId="ADAL" clId="{BA4D9A8B-2A72-45C4-97B8-5C611F9C3620}" dt="2026-01-21T12:17:59.340" v="2396" actId="1076"/>
          <ac:picMkLst>
            <pc:docMk/>
            <pc:sldMk cId="0" sldId="261"/>
            <ac:picMk id="210" creationId="{00000000-0000-0000-0000-000000000000}"/>
          </ac:picMkLst>
        </pc:picChg>
        <pc:picChg chg="mod">
          <ac:chgData name="מנאל נעמה" userId="4c65399f-e3cd-443d-9c1b-f13baae1d83b" providerId="ADAL" clId="{BA4D9A8B-2A72-45C4-97B8-5C611F9C3620}" dt="2026-01-21T12:18:31.866" v="2404" actId="1076"/>
          <ac:picMkLst>
            <pc:docMk/>
            <pc:sldMk cId="0" sldId="261"/>
            <ac:picMk id="213" creationId="{00000000-0000-0000-0000-000000000000}"/>
          </ac:picMkLst>
        </pc:picChg>
      </pc:sldChg>
      <pc:sldChg chg="addSp delSp modSp mod modNotesTx">
        <pc:chgData name="מנאל נעמה" userId="4c65399f-e3cd-443d-9c1b-f13baae1d83b" providerId="ADAL" clId="{BA4D9A8B-2A72-45C4-97B8-5C611F9C3620}" dt="2026-01-26T19:57:57.098" v="3317" actId="20577"/>
        <pc:sldMkLst>
          <pc:docMk/>
          <pc:sldMk cId="0" sldId="262"/>
        </pc:sldMkLst>
        <pc:spChg chg="mod">
          <ac:chgData name="מנאל נעמה" userId="4c65399f-e3cd-443d-9c1b-f13baae1d83b" providerId="ADAL" clId="{BA4D9A8B-2A72-45C4-97B8-5C611F9C3620}" dt="2026-01-21T11:27:31.878" v="1958" actId="255"/>
          <ac:spMkLst>
            <pc:docMk/>
            <pc:sldMk cId="0" sldId="262"/>
            <ac:spMk id="2" creationId="{23D09CE8-D56D-8A7E-4343-C772E4981B7C}"/>
          </ac:spMkLst>
        </pc:spChg>
        <pc:spChg chg="add mod">
          <ac:chgData name="מנאל נעמה" userId="4c65399f-e3cd-443d-9c1b-f13baae1d83b" providerId="ADAL" clId="{BA4D9A8B-2A72-45C4-97B8-5C611F9C3620}" dt="2026-01-21T12:19:31.299" v="2421" actId="20577"/>
          <ac:spMkLst>
            <pc:docMk/>
            <pc:sldMk cId="0" sldId="262"/>
            <ac:spMk id="11" creationId="{0ABAB4BB-9326-8AE0-E9E0-F9F39B7434EA}"/>
          </ac:spMkLst>
        </pc:spChg>
        <pc:spChg chg="mod">
          <ac:chgData name="מנאל נעמה" userId="4c65399f-e3cd-443d-9c1b-f13baae1d83b" providerId="ADAL" clId="{BA4D9A8B-2A72-45C4-97B8-5C611F9C3620}" dt="2026-01-21T11:03:21.833" v="1622" actId="255"/>
          <ac:spMkLst>
            <pc:docMk/>
            <pc:sldMk cId="0" sldId="262"/>
            <ac:spMk id="189" creationId="{00000000-0000-0000-0000-000000000000}"/>
          </ac:spMkLst>
        </pc:spChg>
        <pc:spChg chg="mod">
          <ac:chgData name="מנאל נעמה" userId="4c65399f-e3cd-443d-9c1b-f13baae1d83b" providerId="ADAL" clId="{BA4D9A8B-2A72-45C4-97B8-5C611F9C3620}" dt="2026-01-21T11:03:17.632" v="1621" actId="255"/>
          <ac:spMkLst>
            <pc:docMk/>
            <pc:sldMk cId="0" sldId="262"/>
            <ac:spMk id="191" creationId="{00000000-0000-0000-0000-000000000000}"/>
          </ac:spMkLst>
        </pc:spChg>
        <pc:spChg chg="mod">
          <ac:chgData name="מנאל נעמה" userId="4c65399f-e3cd-443d-9c1b-f13baae1d83b" providerId="ADAL" clId="{BA4D9A8B-2A72-45C4-97B8-5C611F9C3620}" dt="2026-01-21T11:27:28.284" v="1957" actId="255"/>
          <ac:spMkLst>
            <pc:docMk/>
            <pc:sldMk cId="0" sldId="262"/>
            <ac:spMk id="194" creationId="{00000000-0000-0000-0000-000000000000}"/>
          </ac:spMkLst>
        </pc:spChg>
        <pc:spChg chg="mod">
          <ac:chgData name="מנאל נעמה" userId="4c65399f-e3cd-443d-9c1b-f13baae1d83b" providerId="ADAL" clId="{BA4D9A8B-2A72-45C4-97B8-5C611F9C3620}" dt="2026-01-21T11:00:12.797" v="1574" actId="207"/>
          <ac:spMkLst>
            <pc:docMk/>
            <pc:sldMk cId="0" sldId="262"/>
            <ac:spMk id="205" creationId="{00000000-0000-0000-0000-000000000000}"/>
          </ac:spMkLst>
        </pc:spChg>
        <pc:picChg chg="add mod ord">
          <ac:chgData name="מנאל נעמה" userId="4c65399f-e3cd-443d-9c1b-f13baae1d83b" providerId="ADAL" clId="{BA4D9A8B-2A72-45C4-97B8-5C611F9C3620}" dt="2026-01-24T17:46:26.127" v="3294" actId="34135"/>
          <ac:picMkLst>
            <pc:docMk/>
            <pc:sldMk cId="0" sldId="262"/>
            <ac:picMk id="6" creationId="{1C7B5FDC-C31E-94D6-EF13-EF0926C8580E}"/>
          </ac:picMkLst>
        </pc:picChg>
        <pc:picChg chg="add mod">
          <ac:chgData name="מנאל נעמה" userId="4c65399f-e3cd-443d-9c1b-f13baae1d83b" providerId="ADAL" clId="{BA4D9A8B-2A72-45C4-97B8-5C611F9C3620}" dt="2026-01-21T10:09:28.941" v="1307"/>
          <ac:picMkLst>
            <pc:docMk/>
            <pc:sldMk cId="0" sldId="262"/>
            <ac:picMk id="7" creationId="{94A938F3-E857-47F5-B523-A8B7D166F7F8}"/>
          </ac:picMkLst>
        </pc:picChg>
        <pc:picChg chg="add mod ord">
          <ac:chgData name="מנאל נעמה" userId="4c65399f-e3cd-443d-9c1b-f13baae1d83b" providerId="ADAL" clId="{BA4D9A8B-2A72-45C4-97B8-5C611F9C3620}" dt="2026-01-21T11:00:40.998" v="1580" actId="167"/>
          <ac:picMkLst>
            <pc:docMk/>
            <pc:sldMk cId="0" sldId="262"/>
            <ac:picMk id="8" creationId="{6FB034AA-E9CF-094A-418E-7BA7E2A712BB}"/>
          </ac:picMkLst>
        </pc:picChg>
        <pc:picChg chg="add mod ord">
          <ac:chgData name="מנאל נעמה" userId="4c65399f-e3cd-443d-9c1b-f13baae1d83b" providerId="ADAL" clId="{BA4D9A8B-2A72-45C4-97B8-5C611F9C3620}" dt="2026-01-21T11:01:07.324" v="1586" actId="14100"/>
          <ac:picMkLst>
            <pc:docMk/>
            <pc:sldMk cId="0" sldId="262"/>
            <ac:picMk id="9" creationId="{57AC969B-AB7E-AE14-E20B-0A817957948D}"/>
          </ac:picMkLst>
        </pc:picChg>
      </pc:sldChg>
      <pc:sldChg chg="addSp delSp modSp mod">
        <pc:chgData name="מנאל נעמה" userId="4c65399f-e3cd-443d-9c1b-f13baae1d83b" providerId="ADAL" clId="{BA4D9A8B-2A72-45C4-97B8-5C611F9C3620}" dt="2026-01-24T17:46:33.346" v="3296" actId="34135"/>
        <pc:sldMkLst>
          <pc:docMk/>
          <pc:sldMk cId="0" sldId="263"/>
        </pc:sldMkLst>
        <pc:spChg chg="add mod">
          <ac:chgData name="מנאל נעמה" userId="4c65399f-e3cd-443d-9c1b-f13baae1d83b" providerId="ADAL" clId="{BA4D9A8B-2A72-45C4-97B8-5C611F9C3620}" dt="2026-01-24T17:44:28.345" v="3270"/>
          <ac:spMkLst>
            <pc:docMk/>
            <pc:sldMk cId="0" sldId="263"/>
            <ac:spMk id="6" creationId="{326DF460-3976-7A2A-AF2A-574C06087AC0}"/>
          </ac:spMkLst>
        </pc:spChg>
        <pc:spChg chg="add mod">
          <ac:chgData name="מנאל נעמה" userId="4c65399f-e3cd-443d-9c1b-f13baae1d83b" providerId="ADAL" clId="{BA4D9A8B-2A72-45C4-97B8-5C611F9C3620}" dt="2026-01-21T12:19:43.617" v="2429" actId="20577"/>
          <ac:spMkLst>
            <pc:docMk/>
            <pc:sldMk cId="0" sldId="263"/>
            <ac:spMk id="10" creationId="{A48E8779-D457-626A-38D2-A77E4A3A9E41}"/>
          </ac:spMkLst>
        </pc:spChg>
        <pc:spChg chg="mod">
          <ac:chgData name="מנאל נעמה" userId="4c65399f-e3cd-443d-9c1b-f13baae1d83b" providerId="ADAL" clId="{BA4D9A8B-2A72-45C4-97B8-5C611F9C3620}" dt="2026-01-24T17:44:51.398" v="3278" actId="1076"/>
          <ac:spMkLst>
            <pc:docMk/>
            <pc:sldMk cId="0" sldId="263"/>
            <ac:spMk id="253" creationId="{00000000-0000-0000-0000-000000000000}"/>
          </ac:spMkLst>
        </pc:spChg>
        <pc:spChg chg="mod">
          <ac:chgData name="מנאל נעמה" userId="4c65399f-e3cd-443d-9c1b-f13baae1d83b" providerId="ADAL" clId="{BA4D9A8B-2A72-45C4-97B8-5C611F9C3620}" dt="2026-01-21T11:26:49.927" v="1947" actId="255"/>
          <ac:spMkLst>
            <pc:docMk/>
            <pc:sldMk cId="0" sldId="263"/>
            <ac:spMk id="257" creationId="{00000000-0000-0000-0000-000000000000}"/>
          </ac:spMkLst>
        </pc:spChg>
        <pc:spChg chg="mod">
          <ac:chgData name="מנאל נעמה" userId="4c65399f-e3cd-443d-9c1b-f13baae1d83b" providerId="ADAL" clId="{BA4D9A8B-2A72-45C4-97B8-5C611F9C3620}" dt="2026-01-21T11:27:21.138" v="1956" actId="1076"/>
          <ac:spMkLst>
            <pc:docMk/>
            <pc:sldMk cId="0" sldId="263"/>
            <ac:spMk id="258" creationId="{00000000-0000-0000-0000-000000000000}"/>
          </ac:spMkLst>
        </pc:spChg>
        <pc:spChg chg="mod">
          <ac:chgData name="מנאל נעמה" userId="4c65399f-e3cd-443d-9c1b-f13baae1d83b" providerId="ADAL" clId="{BA4D9A8B-2A72-45C4-97B8-5C611F9C3620}" dt="2026-01-21T11:26:57.755" v="1950" actId="1076"/>
          <ac:spMkLst>
            <pc:docMk/>
            <pc:sldMk cId="0" sldId="263"/>
            <ac:spMk id="260" creationId="{00000000-0000-0000-0000-000000000000}"/>
          </ac:spMkLst>
        </pc:spChg>
        <pc:spChg chg="mod">
          <ac:chgData name="מנאל נעמה" userId="4c65399f-e3cd-443d-9c1b-f13baae1d83b" providerId="ADAL" clId="{BA4D9A8B-2A72-45C4-97B8-5C611F9C3620}" dt="2026-01-21T11:27:17.654" v="1955" actId="1076"/>
          <ac:spMkLst>
            <pc:docMk/>
            <pc:sldMk cId="0" sldId="263"/>
            <ac:spMk id="261" creationId="{00000000-0000-0000-0000-000000000000}"/>
          </ac:spMkLst>
        </pc:spChg>
        <pc:spChg chg="mod">
          <ac:chgData name="מנאל נעמה" userId="4c65399f-e3cd-443d-9c1b-f13baae1d83b" providerId="ADAL" clId="{BA4D9A8B-2A72-45C4-97B8-5C611F9C3620}" dt="2026-01-21T11:27:04.158" v="1952" actId="14100"/>
          <ac:spMkLst>
            <pc:docMk/>
            <pc:sldMk cId="0" sldId="263"/>
            <ac:spMk id="263" creationId="{00000000-0000-0000-0000-000000000000}"/>
          </ac:spMkLst>
        </pc:spChg>
        <pc:spChg chg="mod">
          <ac:chgData name="מנאל נעמה" userId="4c65399f-e3cd-443d-9c1b-f13baae1d83b" providerId="ADAL" clId="{BA4D9A8B-2A72-45C4-97B8-5C611F9C3620}" dt="2026-01-21T11:27:12.180" v="1954" actId="1076"/>
          <ac:spMkLst>
            <pc:docMk/>
            <pc:sldMk cId="0" sldId="263"/>
            <ac:spMk id="264" creationId="{00000000-0000-0000-0000-000000000000}"/>
          </ac:spMkLst>
        </pc:spChg>
        <pc:picChg chg="add mod ord">
          <ac:chgData name="מנאל נעמה" userId="4c65399f-e3cd-443d-9c1b-f13baae1d83b" providerId="ADAL" clId="{BA4D9A8B-2A72-45C4-97B8-5C611F9C3620}" dt="2026-01-24T17:46:33.346" v="3296" actId="34135"/>
          <ac:picMkLst>
            <pc:docMk/>
            <pc:sldMk cId="0" sldId="263"/>
            <ac:picMk id="2" creationId="{2BF8855C-F546-A19C-144E-E7BFC46569E6}"/>
          </ac:picMkLst>
        </pc:picChg>
        <pc:picChg chg="add mod">
          <ac:chgData name="מנאל נעמה" userId="4c65399f-e3cd-443d-9c1b-f13baae1d83b" providerId="ADAL" clId="{BA4D9A8B-2A72-45C4-97B8-5C611F9C3620}" dt="2026-01-21T10:09:32.026" v="1309"/>
          <ac:picMkLst>
            <pc:docMk/>
            <pc:sldMk cId="0" sldId="263"/>
            <ac:picMk id="4" creationId="{4B6C88FB-2B5D-9140-92EE-FCB2BC36501C}"/>
          </ac:picMkLst>
        </pc:picChg>
        <pc:picChg chg="add mod ord">
          <ac:chgData name="מנאל נעמה" userId="4c65399f-e3cd-443d-9c1b-f13baae1d83b" providerId="ADAL" clId="{BA4D9A8B-2A72-45C4-97B8-5C611F9C3620}" dt="2026-01-21T11:26:11.886" v="1938" actId="14100"/>
          <ac:picMkLst>
            <pc:docMk/>
            <pc:sldMk cId="0" sldId="263"/>
            <ac:picMk id="7" creationId="{635DD76A-88F6-D1B2-7FDF-CB7A94C4755D}"/>
          </ac:picMkLst>
        </pc:picChg>
        <pc:picChg chg="add mod ord">
          <ac:chgData name="מנאל נעמה" userId="4c65399f-e3cd-443d-9c1b-f13baae1d83b" providerId="ADAL" clId="{BA4D9A8B-2A72-45C4-97B8-5C611F9C3620}" dt="2026-01-21T11:26:16.017" v="1939" actId="1076"/>
          <ac:picMkLst>
            <pc:docMk/>
            <pc:sldMk cId="0" sldId="263"/>
            <ac:picMk id="8" creationId="{C349CFE9-88AD-EE54-B1B8-975E425AFA4F}"/>
          </ac:picMkLst>
        </pc:picChg>
        <pc:picChg chg="add mod ord">
          <ac:chgData name="מנאל נעמה" userId="4c65399f-e3cd-443d-9c1b-f13baae1d83b" providerId="ADAL" clId="{BA4D9A8B-2A72-45C4-97B8-5C611F9C3620}" dt="2026-01-21T11:26:16.017" v="1939" actId="1076"/>
          <ac:picMkLst>
            <pc:docMk/>
            <pc:sldMk cId="0" sldId="263"/>
            <ac:picMk id="9" creationId="{B606D62C-8AED-39F1-D440-C8E37D82061B}"/>
          </ac:picMkLst>
        </pc:picChg>
        <pc:picChg chg="mod">
          <ac:chgData name="מנאל נעמה" userId="4c65399f-e3cd-443d-9c1b-f13baae1d83b" providerId="ADAL" clId="{BA4D9A8B-2A72-45C4-97B8-5C611F9C3620}" dt="2026-01-21T11:26:16.017" v="1939" actId="1076"/>
          <ac:picMkLst>
            <pc:docMk/>
            <pc:sldMk cId="0" sldId="263"/>
            <ac:picMk id="256" creationId="{00000000-0000-0000-0000-000000000000}"/>
          </ac:picMkLst>
        </pc:picChg>
        <pc:picChg chg="mod">
          <ac:chgData name="מנאל נעמה" userId="4c65399f-e3cd-443d-9c1b-f13baae1d83b" providerId="ADAL" clId="{BA4D9A8B-2A72-45C4-97B8-5C611F9C3620}" dt="2026-01-21T11:14:58.226" v="1785" actId="1076"/>
          <ac:picMkLst>
            <pc:docMk/>
            <pc:sldMk cId="0" sldId="263"/>
            <ac:picMk id="259" creationId="{00000000-0000-0000-0000-000000000000}"/>
          </ac:picMkLst>
        </pc:picChg>
        <pc:picChg chg="mod">
          <ac:chgData name="מנאל נעמה" userId="4c65399f-e3cd-443d-9c1b-f13baae1d83b" providerId="ADAL" clId="{BA4D9A8B-2A72-45C4-97B8-5C611F9C3620}" dt="2026-01-21T11:15:35.330" v="1794" actId="1076"/>
          <ac:picMkLst>
            <pc:docMk/>
            <pc:sldMk cId="0" sldId="263"/>
            <ac:picMk id="265" creationId="{00000000-0000-0000-0000-000000000000}"/>
          </ac:picMkLst>
        </pc:picChg>
        <pc:picChg chg="mod">
          <ac:chgData name="מנאל נעמה" userId="4c65399f-e3cd-443d-9c1b-f13baae1d83b" providerId="ADAL" clId="{BA4D9A8B-2A72-45C4-97B8-5C611F9C3620}" dt="2026-01-21T11:15:02.082" v="1786" actId="1076"/>
          <ac:picMkLst>
            <pc:docMk/>
            <pc:sldMk cId="0" sldId="263"/>
            <ac:picMk id="266" creationId="{00000000-0000-0000-0000-000000000000}"/>
          </ac:picMkLst>
        </pc:picChg>
        <pc:picChg chg="mod">
          <ac:chgData name="מנאל נעמה" userId="4c65399f-e3cd-443d-9c1b-f13baae1d83b" providerId="ADAL" clId="{BA4D9A8B-2A72-45C4-97B8-5C611F9C3620}" dt="2026-01-21T11:26:16.017" v="1939" actId="1076"/>
          <ac:picMkLst>
            <pc:docMk/>
            <pc:sldMk cId="0" sldId="263"/>
            <ac:picMk id="267" creationId="{00000000-0000-0000-0000-000000000000}"/>
          </ac:picMkLst>
        </pc:picChg>
      </pc:sldChg>
      <pc:sldChg chg="addSp delSp modSp mod ord modShow">
        <pc:chgData name="מנאל נעמה" userId="4c65399f-e3cd-443d-9c1b-f13baae1d83b" providerId="ADAL" clId="{BA4D9A8B-2A72-45C4-97B8-5C611F9C3620}" dt="2026-01-24T17:46:22.763" v="3293" actId="34135"/>
        <pc:sldMkLst>
          <pc:docMk/>
          <pc:sldMk cId="0" sldId="264"/>
        </pc:sldMkLst>
        <pc:spChg chg="mod">
          <ac:chgData name="מנאל נעמה" userId="4c65399f-e3cd-443d-9c1b-f13baae1d83b" providerId="ADAL" clId="{BA4D9A8B-2A72-45C4-97B8-5C611F9C3620}" dt="2026-01-21T11:29:44.672" v="1985" actId="1076"/>
          <ac:spMkLst>
            <pc:docMk/>
            <pc:sldMk cId="0" sldId="264"/>
            <ac:spMk id="5" creationId="{629C225D-E028-CB97-DE27-6AB7BCA6FA25}"/>
          </ac:spMkLst>
        </pc:spChg>
        <pc:spChg chg="mod">
          <ac:chgData name="מנאל נעמה" userId="4c65399f-e3cd-443d-9c1b-f13baae1d83b" providerId="ADAL" clId="{BA4D9A8B-2A72-45C4-97B8-5C611F9C3620}" dt="2026-01-24T17:38:32.298" v="3173" actId="2711"/>
          <ac:spMkLst>
            <pc:docMk/>
            <pc:sldMk cId="0" sldId="264"/>
            <ac:spMk id="233" creationId="{00000000-0000-0000-0000-000000000000}"/>
          </ac:spMkLst>
        </pc:spChg>
        <pc:picChg chg="add mod ord">
          <ac:chgData name="מנאל נעמה" userId="4c65399f-e3cd-443d-9c1b-f13baae1d83b" providerId="ADAL" clId="{BA4D9A8B-2A72-45C4-97B8-5C611F9C3620}" dt="2026-01-24T17:46:22.763" v="3293" actId="34135"/>
          <ac:picMkLst>
            <pc:docMk/>
            <pc:sldMk cId="0" sldId="264"/>
            <ac:picMk id="2" creationId="{A6ACB499-5271-F365-6471-B76385CAD42F}"/>
          </ac:picMkLst>
        </pc:picChg>
        <pc:picChg chg="add mod">
          <ac:chgData name="מנאל נעמה" userId="4c65399f-e3cd-443d-9c1b-f13baae1d83b" providerId="ADAL" clId="{BA4D9A8B-2A72-45C4-97B8-5C611F9C3620}" dt="2026-01-21T10:09:27.879" v="1306"/>
          <ac:picMkLst>
            <pc:docMk/>
            <pc:sldMk cId="0" sldId="264"/>
            <ac:picMk id="4" creationId="{A3ED3F33-99E8-CE14-2443-8303E83EAEC3}"/>
          </ac:picMkLst>
        </pc:picChg>
        <pc:picChg chg="mod">
          <ac:chgData name="מנאל נעמה" userId="4c65399f-e3cd-443d-9c1b-f13baae1d83b" providerId="ADAL" clId="{BA4D9A8B-2A72-45C4-97B8-5C611F9C3620}" dt="2026-01-21T11:11:36.623" v="1735" actId="1076"/>
          <ac:picMkLst>
            <pc:docMk/>
            <pc:sldMk cId="0" sldId="264"/>
            <ac:picMk id="2052" creationId="{18E7FB28-D8A3-40BB-AC9E-ADD27B548A29}"/>
          </ac:picMkLst>
        </pc:picChg>
        <pc:picChg chg="mod">
          <ac:chgData name="מנאל נעמה" userId="4c65399f-e3cd-443d-9c1b-f13baae1d83b" providerId="ADAL" clId="{BA4D9A8B-2A72-45C4-97B8-5C611F9C3620}" dt="2026-01-21T11:29:46.270" v="1986" actId="1076"/>
          <ac:picMkLst>
            <pc:docMk/>
            <pc:sldMk cId="0" sldId="264"/>
            <ac:picMk id="2054" creationId="{38D1AE92-0FC6-4827-C4E7-35EF3604EBE5}"/>
          </ac:picMkLst>
        </pc:picChg>
        <pc:picChg chg="mod">
          <ac:chgData name="מנאל נעמה" userId="4c65399f-e3cd-443d-9c1b-f13baae1d83b" providerId="ADAL" clId="{BA4D9A8B-2A72-45C4-97B8-5C611F9C3620}" dt="2026-01-21T11:29:48.276" v="1987" actId="1076"/>
          <ac:picMkLst>
            <pc:docMk/>
            <pc:sldMk cId="0" sldId="264"/>
            <ac:picMk id="2056" creationId="{65E93DD8-5C31-CB13-6E03-A38F0FFD9D76}"/>
          </ac:picMkLst>
        </pc:picChg>
      </pc:sldChg>
      <pc:sldChg chg="addSp delSp modSp mod">
        <pc:chgData name="מנאל נעמה" userId="4c65399f-e3cd-443d-9c1b-f13baae1d83b" providerId="ADAL" clId="{BA4D9A8B-2A72-45C4-97B8-5C611F9C3620}" dt="2026-01-24T17:46:45.123" v="3298" actId="34135"/>
        <pc:sldMkLst>
          <pc:docMk/>
          <pc:sldMk cId="0" sldId="266"/>
        </pc:sldMkLst>
        <pc:spChg chg="add mod">
          <ac:chgData name="מנאל נעמה" userId="4c65399f-e3cd-443d-9c1b-f13baae1d83b" providerId="ADAL" clId="{BA4D9A8B-2A72-45C4-97B8-5C611F9C3620}" dt="2026-01-21T12:20:16.222" v="2435" actId="20577"/>
          <ac:spMkLst>
            <pc:docMk/>
            <pc:sldMk cId="0" sldId="266"/>
            <ac:spMk id="5" creationId="{3ECC0ADD-0AEB-4EBC-507D-741C143149FE}"/>
          </ac:spMkLst>
        </pc:spChg>
        <pc:spChg chg="mod">
          <ac:chgData name="מנאל נעמה" userId="4c65399f-e3cd-443d-9c1b-f13baae1d83b" providerId="ADAL" clId="{BA4D9A8B-2A72-45C4-97B8-5C611F9C3620}" dt="2026-01-21T11:30:59.729" v="2000" actId="255"/>
          <ac:spMkLst>
            <pc:docMk/>
            <pc:sldMk cId="0" sldId="266"/>
            <ac:spMk id="259" creationId="{00000000-0000-0000-0000-000000000000}"/>
          </ac:spMkLst>
        </pc:spChg>
        <pc:spChg chg="mod">
          <ac:chgData name="מנאל נעמה" userId="4c65399f-e3cd-443d-9c1b-f13baae1d83b" providerId="ADAL" clId="{BA4D9A8B-2A72-45C4-97B8-5C611F9C3620}" dt="2026-01-21T11:30:59.729" v="2000" actId="255"/>
          <ac:spMkLst>
            <pc:docMk/>
            <pc:sldMk cId="0" sldId="266"/>
            <ac:spMk id="261" creationId="{00000000-0000-0000-0000-000000000000}"/>
          </ac:spMkLst>
        </pc:spChg>
        <pc:spChg chg="mod">
          <ac:chgData name="מנאל נעמה" userId="4c65399f-e3cd-443d-9c1b-f13baae1d83b" providerId="ADAL" clId="{BA4D9A8B-2A72-45C4-97B8-5C611F9C3620}" dt="2026-01-21T11:31:08.139" v="2003" actId="20577"/>
          <ac:spMkLst>
            <pc:docMk/>
            <pc:sldMk cId="0" sldId="266"/>
            <ac:spMk id="263" creationId="{00000000-0000-0000-0000-000000000000}"/>
          </ac:spMkLst>
        </pc:spChg>
        <pc:spChg chg="mod">
          <ac:chgData name="מנאל נעמה" userId="4c65399f-e3cd-443d-9c1b-f13baae1d83b" providerId="ADAL" clId="{BA4D9A8B-2A72-45C4-97B8-5C611F9C3620}" dt="2026-01-21T11:30:59.729" v="2000" actId="255"/>
          <ac:spMkLst>
            <pc:docMk/>
            <pc:sldMk cId="0" sldId="266"/>
            <ac:spMk id="265" creationId="{00000000-0000-0000-0000-000000000000}"/>
          </ac:spMkLst>
        </pc:spChg>
        <pc:spChg chg="mod">
          <ac:chgData name="מנאל נעמה" userId="4c65399f-e3cd-443d-9c1b-f13baae1d83b" providerId="ADAL" clId="{BA4D9A8B-2A72-45C4-97B8-5C611F9C3620}" dt="2026-01-21T11:30:59.729" v="2000" actId="255"/>
          <ac:spMkLst>
            <pc:docMk/>
            <pc:sldMk cId="0" sldId="266"/>
            <ac:spMk id="267" creationId="{00000000-0000-0000-0000-000000000000}"/>
          </ac:spMkLst>
        </pc:spChg>
        <pc:spChg chg="mod">
          <ac:chgData name="מנאל נעמה" userId="4c65399f-e3cd-443d-9c1b-f13baae1d83b" providerId="ADAL" clId="{BA4D9A8B-2A72-45C4-97B8-5C611F9C3620}" dt="2026-01-22T18:29:16.529" v="3112" actId="20577"/>
          <ac:spMkLst>
            <pc:docMk/>
            <pc:sldMk cId="0" sldId="266"/>
            <ac:spMk id="269" creationId="{00000000-0000-0000-0000-000000000000}"/>
          </ac:spMkLst>
        </pc:spChg>
        <pc:spChg chg="mod">
          <ac:chgData name="מנאל נעמה" userId="4c65399f-e3cd-443d-9c1b-f13baae1d83b" providerId="ADAL" clId="{BA4D9A8B-2A72-45C4-97B8-5C611F9C3620}" dt="2026-01-21T11:30:22.194" v="1992" actId="207"/>
          <ac:spMkLst>
            <pc:docMk/>
            <pc:sldMk cId="0" sldId="266"/>
            <ac:spMk id="270" creationId="{00000000-0000-0000-0000-000000000000}"/>
          </ac:spMkLst>
        </pc:spChg>
        <pc:spChg chg="mod">
          <ac:chgData name="מנאל נעמה" userId="4c65399f-e3cd-443d-9c1b-f13baae1d83b" providerId="ADAL" clId="{BA4D9A8B-2A72-45C4-97B8-5C611F9C3620}" dt="2026-01-21T11:30:16.429" v="1990" actId="207"/>
          <ac:spMkLst>
            <pc:docMk/>
            <pc:sldMk cId="0" sldId="266"/>
            <ac:spMk id="271" creationId="{00000000-0000-0000-0000-000000000000}"/>
          </ac:spMkLst>
        </pc:spChg>
        <pc:picChg chg="add mod ord">
          <ac:chgData name="מנאל נעמה" userId="4c65399f-e3cd-443d-9c1b-f13baae1d83b" providerId="ADAL" clId="{BA4D9A8B-2A72-45C4-97B8-5C611F9C3620}" dt="2026-01-24T17:46:45.123" v="3298" actId="34135"/>
          <ac:picMkLst>
            <pc:docMk/>
            <pc:sldMk cId="0" sldId="266"/>
            <ac:picMk id="3" creationId="{558D8176-3662-C493-D326-6BD58E6ADD32}"/>
          </ac:picMkLst>
        </pc:picChg>
        <pc:picChg chg="add mod">
          <ac:chgData name="מנאל נעמה" userId="4c65399f-e3cd-443d-9c1b-f13baae1d83b" providerId="ADAL" clId="{BA4D9A8B-2A72-45C4-97B8-5C611F9C3620}" dt="2026-01-21T10:09:34.606" v="1311"/>
          <ac:picMkLst>
            <pc:docMk/>
            <pc:sldMk cId="0" sldId="266"/>
            <ac:picMk id="4" creationId="{71E6FEA7-E6C1-46D2-7773-F1DF6E421F4E}"/>
          </ac:picMkLst>
        </pc:picChg>
        <pc:picChg chg="mod">
          <ac:chgData name="מנאל נעמה" userId="4c65399f-e3cd-443d-9c1b-f13baae1d83b" providerId="ADAL" clId="{BA4D9A8B-2A72-45C4-97B8-5C611F9C3620}" dt="2026-01-21T11:30:36.064" v="1994"/>
          <ac:picMkLst>
            <pc:docMk/>
            <pc:sldMk cId="0" sldId="266"/>
            <ac:picMk id="258" creationId="{00000000-0000-0000-0000-000000000000}"/>
          </ac:picMkLst>
        </pc:picChg>
        <pc:picChg chg="mod">
          <ac:chgData name="מנאל נעמה" userId="4c65399f-e3cd-443d-9c1b-f13baae1d83b" providerId="ADAL" clId="{BA4D9A8B-2A72-45C4-97B8-5C611F9C3620}" dt="2026-01-21T11:30:29.640" v="1993"/>
          <ac:picMkLst>
            <pc:docMk/>
            <pc:sldMk cId="0" sldId="266"/>
            <ac:picMk id="260" creationId="{00000000-0000-0000-0000-000000000000}"/>
          </ac:picMkLst>
        </pc:picChg>
        <pc:picChg chg="mod">
          <ac:chgData name="מנאל נעמה" userId="4c65399f-e3cd-443d-9c1b-f13baae1d83b" providerId="ADAL" clId="{BA4D9A8B-2A72-45C4-97B8-5C611F9C3620}" dt="2026-01-21T11:30:38.675" v="1995"/>
          <ac:picMkLst>
            <pc:docMk/>
            <pc:sldMk cId="0" sldId="266"/>
            <ac:picMk id="262" creationId="{00000000-0000-0000-0000-000000000000}"/>
          </ac:picMkLst>
        </pc:picChg>
        <pc:picChg chg="mod">
          <ac:chgData name="מנאל נעמה" userId="4c65399f-e3cd-443d-9c1b-f13baae1d83b" providerId="ADAL" clId="{BA4D9A8B-2A72-45C4-97B8-5C611F9C3620}" dt="2026-01-21T11:30:40.635" v="1996"/>
          <ac:picMkLst>
            <pc:docMk/>
            <pc:sldMk cId="0" sldId="266"/>
            <ac:picMk id="264" creationId="{00000000-0000-0000-0000-000000000000}"/>
          </ac:picMkLst>
        </pc:picChg>
        <pc:picChg chg="mod">
          <ac:chgData name="מנאל נעמה" userId="4c65399f-e3cd-443d-9c1b-f13baae1d83b" providerId="ADAL" clId="{BA4D9A8B-2A72-45C4-97B8-5C611F9C3620}" dt="2026-01-21T11:30:43.723" v="1997"/>
          <ac:picMkLst>
            <pc:docMk/>
            <pc:sldMk cId="0" sldId="266"/>
            <ac:picMk id="266" creationId="{00000000-0000-0000-0000-000000000000}"/>
          </ac:picMkLst>
        </pc:picChg>
        <pc:picChg chg="mod">
          <ac:chgData name="מנאל נעמה" userId="4c65399f-e3cd-443d-9c1b-f13baae1d83b" providerId="ADAL" clId="{BA4D9A8B-2A72-45C4-97B8-5C611F9C3620}" dt="2026-01-21T11:30:46.508" v="1998"/>
          <ac:picMkLst>
            <pc:docMk/>
            <pc:sldMk cId="0" sldId="266"/>
            <ac:picMk id="268" creationId="{00000000-0000-0000-0000-000000000000}"/>
          </ac:picMkLst>
        </pc:picChg>
      </pc:sldChg>
      <pc:sldChg chg="addSp delSp modSp add del mod ord modNotes modNotesTx">
        <pc:chgData name="מנאל נעמה" userId="4c65399f-e3cd-443d-9c1b-f13baae1d83b" providerId="ADAL" clId="{BA4D9A8B-2A72-45C4-97B8-5C611F9C3620}" dt="2026-01-26T19:58:12.029" v="3321" actId="20577"/>
        <pc:sldMkLst>
          <pc:docMk/>
          <pc:sldMk cId="0" sldId="268"/>
        </pc:sldMkLst>
        <pc:spChg chg="add mod">
          <ac:chgData name="מנאל נעמה" userId="4c65399f-e3cd-443d-9c1b-f13baae1d83b" providerId="ADAL" clId="{BA4D9A8B-2A72-45C4-97B8-5C611F9C3620}" dt="2026-01-21T12:21:07.810" v="2459" actId="20577"/>
          <ac:spMkLst>
            <pc:docMk/>
            <pc:sldMk cId="0" sldId="268"/>
            <ac:spMk id="5" creationId="{970161B6-5956-C623-AEEE-915342499195}"/>
          </ac:spMkLst>
        </pc:spChg>
        <pc:spChg chg="mod">
          <ac:chgData name="מנאל נעמה" userId="4c65399f-e3cd-443d-9c1b-f13baae1d83b" providerId="ADAL" clId="{BA4D9A8B-2A72-45C4-97B8-5C611F9C3620}" dt="2026-01-24T17:47:32.645" v="3306" actId="1076"/>
          <ac:spMkLst>
            <pc:docMk/>
            <pc:sldMk cId="0" sldId="268"/>
            <ac:spMk id="296" creationId="{00000000-0000-0000-0000-000000000000}"/>
          </ac:spMkLst>
        </pc:spChg>
        <pc:spChg chg="mod">
          <ac:chgData name="מנאל נעמה" userId="4c65399f-e3cd-443d-9c1b-f13baae1d83b" providerId="ADAL" clId="{BA4D9A8B-2A72-45C4-97B8-5C611F9C3620}" dt="2026-01-21T11:42:01.648" v="2196" actId="207"/>
          <ac:spMkLst>
            <pc:docMk/>
            <pc:sldMk cId="0" sldId="268"/>
            <ac:spMk id="297" creationId="{00000000-0000-0000-0000-000000000000}"/>
          </ac:spMkLst>
        </pc:spChg>
        <pc:spChg chg="mod">
          <ac:chgData name="מנאל נעמה" userId="4c65399f-e3cd-443d-9c1b-f13baae1d83b" providerId="ADAL" clId="{BA4D9A8B-2A72-45C4-97B8-5C611F9C3620}" dt="2026-01-21T11:42:03.748" v="2197" actId="207"/>
          <ac:spMkLst>
            <pc:docMk/>
            <pc:sldMk cId="0" sldId="268"/>
            <ac:spMk id="298" creationId="{00000000-0000-0000-0000-000000000000}"/>
          </ac:spMkLst>
        </pc:spChg>
        <pc:spChg chg="mod">
          <ac:chgData name="מנאל נעמה" userId="4c65399f-e3cd-443d-9c1b-f13baae1d83b" providerId="ADAL" clId="{BA4D9A8B-2A72-45C4-97B8-5C611F9C3620}" dt="2026-01-21T11:41:26.620" v="2148" actId="403"/>
          <ac:spMkLst>
            <pc:docMk/>
            <pc:sldMk cId="0" sldId="268"/>
            <ac:spMk id="299" creationId="{00000000-0000-0000-0000-000000000000}"/>
          </ac:spMkLst>
        </pc:spChg>
        <pc:spChg chg="mod">
          <ac:chgData name="מנאל נעמה" userId="4c65399f-e3cd-443d-9c1b-f13baae1d83b" providerId="ADAL" clId="{BA4D9A8B-2A72-45C4-97B8-5C611F9C3620}" dt="2026-01-21T11:42:06.138" v="2198" actId="207"/>
          <ac:spMkLst>
            <pc:docMk/>
            <pc:sldMk cId="0" sldId="268"/>
            <ac:spMk id="300" creationId="{00000000-0000-0000-0000-000000000000}"/>
          </ac:spMkLst>
        </pc:spChg>
        <pc:spChg chg="mod">
          <ac:chgData name="מנאל נעמה" userId="4c65399f-e3cd-443d-9c1b-f13baae1d83b" providerId="ADAL" clId="{BA4D9A8B-2A72-45C4-97B8-5C611F9C3620}" dt="2026-01-21T11:42:08.235" v="2199" actId="207"/>
          <ac:spMkLst>
            <pc:docMk/>
            <pc:sldMk cId="0" sldId="268"/>
            <ac:spMk id="301" creationId="{00000000-0000-0000-0000-000000000000}"/>
          </ac:spMkLst>
        </pc:spChg>
        <pc:spChg chg="add del mod">
          <ac:chgData name="מנאל נעמה" userId="4c65399f-e3cd-443d-9c1b-f13baae1d83b" providerId="ADAL" clId="{BA4D9A8B-2A72-45C4-97B8-5C611F9C3620}" dt="2026-01-21T11:42:28.548" v="2202" actId="207"/>
          <ac:spMkLst>
            <pc:docMk/>
            <pc:sldMk cId="0" sldId="268"/>
            <ac:spMk id="304" creationId="{00000000-0000-0000-0000-000000000000}"/>
          </ac:spMkLst>
        </pc:spChg>
        <pc:picChg chg="add mod ord">
          <ac:chgData name="מנאל נעמה" userId="4c65399f-e3cd-443d-9c1b-f13baae1d83b" providerId="ADAL" clId="{BA4D9A8B-2A72-45C4-97B8-5C611F9C3620}" dt="2026-01-24T17:46:59.037" v="3302" actId="34135"/>
          <ac:picMkLst>
            <pc:docMk/>
            <pc:sldMk cId="0" sldId="268"/>
            <ac:picMk id="3" creationId="{E778D442-5A11-EAF2-4AD0-D9198C3AAFBC}"/>
          </ac:picMkLst>
        </pc:picChg>
        <pc:picChg chg="add mod">
          <ac:chgData name="מנאל נעמה" userId="4c65399f-e3cd-443d-9c1b-f13baae1d83b" providerId="ADAL" clId="{BA4D9A8B-2A72-45C4-97B8-5C611F9C3620}" dt="2026-01-21T10:09:40.659" v="1315"/>
          <ac:picMkLst>
            <pc:docMk/>
            <pc:sldMk cId="0" sldId="268"/>
            <ac:picMk id="4" creationId="{E62EF9B1-396D-3E9E-8851-C6F431E849BF}"/>
          </ac:picMkLst>
        </pc:picChg>
        <pc:picChg chg="mod">
          <ac:chgData name="מנאל נעמה" userId="4c65399f-e3cd-443d-9c1b-f13baae1d83b" providerId="ADAL" clId="{BA4D9A8B-2A72-45C4-97B8-5C611F9C3620}" dt="2026-01-24T17:47:36.975" v="3308" actId="208"/>
          <ac:picMkLst>
            <pc:docMk/>
            <pc:sldMk cId="0" sldId="268"/>
            <ac:picMk id="294" creationId="{00000000-0000-0000-0000-000000000000}"/>
          </ac:picMkLst>
        </pc:picChg>
        <pc:picChg chg="mod">
          <ac:chgData name="מנאל נעמה" userId="4c65399f-e3cd-443d-9c1b-f13baae1d83b" providerId="ADAL" clId="{BA4D9A8B-2A72-45C4-97B8-5C611F9C3620}" dt="2026-01-21T11:42:25.430" v="2201" actId="207"/>
          <ac:picMkLst>
            <pc:docMk/>
            <pc:sldMk cId="0" sldId="268"/>
            <ac:picMk id="295" creationId="{00000000-0000-0000-0000-000000000000}"/>
          </ac:picMkLst>
        </pc:picChg>
        <pc:picChg chg="mod">
          <ac:chgData name="מנאל נעמה" userId="4c65399f-e3cd-443d-9c1b-f13baae1d83b" providerId="ADAL" clId="{BA4D9A8B-2A72-45C4-97B8-5C611F9C3620}" dt="2026-01-21T11:41:51.999" v="2190"/>
          <ac:picMkLst>
            <pc:docMk/>
            <pc:sldMk cId="0" sldId="268"/>
            <ac:picMk id="302" creationId="{00000000-0000-0000-0000-000000000000}"/>
          </ac:picMkLst>
        </pc:picChg>
        <pc:picChg chg="mod">
          <ac:chgData name="מנאל נעמה" userId="4c65399f-e3cd-443d-9c1b-f13baae1d83b" providerId="ADAL" clId="{BA4D9A8B-2A72-45C4-97B8-5C611F9C3620}" dt="2026-01-21T11:41:54.946" v="2195"/>
          <ac:picMkLst>
            <pc:docMk/>
            <pc:sldMk cId="0" sldId="268"/>
            <ac:picMk id="303" creationId="{00000000-0000-0000-0000-000000000000}"/>
          </ac:picMkLst>
        </pc:picChg>
      </pc:sldChg>
      <pc:sldChg chg="addSp delSp modSp mod modNotesTx">
        <pc:chgData name="מנאל נעמה" userId="4c65399f-e3cd-443d-9c1b-f13baae1d83b" providerId="ADAL" clId="{BA4D9A8B-2A72-45C4-97B8-5C611F9C3620}" dt="2026-01-26T19:58:08.521" v="3320" actId="20577"/>
        <pc:sldMkLst>
          <pc:docMk/>
          <pc:sldMk cId="0" sldId="269"/>
        </pc:sldMkLst>
        <pc:spChg chg="add mod">
          <ac:chgData name="מנאל נעמה" userId="4c65399f-e3cd-443d-9c1b-f13baae1d83b" providerId="ADAL" clId="{BA4D9A8B-2A72-45C4-97B8-5C611F9C3620}" dt="2026-01-21T11:41:11.927" v="2145" actId="1076"/>
          <ac:spMkLst>
            <pc:docMk/>
            <pc:sldMk cId="0" sldId="269"/>
            <ac:spMk id="5" creationId="{791B6D27-1952-D8A8-86DF-B3617AB42AAA}"/>
          </ac:spMkLst>
        </pc:spChg>
        <pc:spChg chg="add mod">
          <ac:chgData name="מנאל נעמה" userId="4c65399f-e3cd-443d-9c1b-f13baae1d83b" providerId="ADAL" clId="{BA4D9A8B-2A72-45C4-97B8-5C611F9C3620}" dt="2026-01-21T12:20:47.692" v="2453" actId="14100"/>
          <ac:spMkLst>
            <pc:docMk/>
            <pc:sldMk cId="0" sldId="269"/>
            <ac:spMk id="11" creationId="{CAB7840D-D42E-3D6A-D781-8DBC71E05CA3}"/>
          </ac:spMkLst>
        </pc:spChg>
        <pc:spChg chg="mod">
          <ac:chgData name="מנאל נעמה" userId="4c65399f-e3cd-443d-9c1b-f13baae1d83b" providerId="ADAL" clId="{BA4D9A8B-2A72-45C4-97B8-5C611F9C3620}" dt="2026-01-21T11:41:11.927" v="2145" actId="1076"/>
          <ac:spMkLst>
            <pc:docMk/>
            <pc:sldMk cId="0" sldId="269"/>
            <ac:spMk id="316" creationId="{00000000-0000-0000-0000-000000000000}"/>
          </ac:spMkLst>
        </pc:spChg>
        <pc:spChg chg="mod">
          <ac:chgData name="מנאל נעמה" userId="4c65399f-e3cd-443d-9c1b-f13baae1d83b" providerId="ADAL" clId="{BA4D9A8B-2A72-45C4-97B8-5C611F9C3620}" dt="2026-01-21T11:41:11.927" v="2145" actId="1076"/>
          <ac:spMkLst>
            <pc:docMk/>
            <pc:sldMk cId="0" sldId="269"/>
            <ac:spMk id="317" creationId="{00000000-0000-0000-0000-000000000000}"/>
          </ac:spMkLst>
        </pc:spChg>
        <pc:spChg chg="mod">
          <ac:chgData name="מנאל נעמה" userId="4c65399f-e3cd-443d-9c1b-f13baae1d83b" providerId="ADAL" clId="{BA4D9A8B-2A72-45C4-97B8-5C611F9C3620}" dt="2026-01-21T11:41:11.927" v="2145" actId="1076"/>
          <ac:spMkLst>
            <pc:docMk/>
            <pc:sldMk cId="0" sldId="269"/>
            <ac:spMk id="318" creationId="{00000000-0000-0000-0000-000000000000}"/>
          </ac:spMkLst>
        </pc:spChg>
        <pc:spChg chg="mod">
          <ac:chgData name="מנאל נעמה" userId="4c65399f-e3cd-443d-9c1b-f13baae1d83b" providerId="ADAL" clId="{BA4D9A8B-2A72-45C4-97B8-5C611F9C3620}" dt="2026-01-21T11:41:11.927" v="2145" actId="1076"/>
          <ac:spMkLst>
            <pc:docMk/>
            <pc:sldMk cId="0" sldId="269"/>
            <ac:spMk id="319" creationId="{00000000-0000-0000-0000-000000000000}"/>
          </ac:spMkLst>
        </pc:spChg>
        <pc:spChg chg="mod">
          <ac:chgData name="מנאל נעמה" userId="4c65399f-e3cd-443d-9c1b-f13baae1d83b" providerId="ADAL" clId="{BA4D9A8B-2A72-45C4-97B8-5C611F9C3620}" dt="2026-01-21T11:41:11.927" v="2145" actId="1076"/>
          <ac:spMkLst>
            <pc:docMk/>
            <pc:sldMk cId="0" sldId="269"/>
            <ac:spMk id="320" creationId="{00000000-0000-0000-0000-000000000000}"/>
          </ac:spMkLst>
        </pc:spChg>
        <pc:spChg chg="mod">
          <ac:chgData name="מנאל נעמה" userId="4c65399f-e3cd-443d-9c1b-f13baae1d83b" providerId="ADAL" clId="{BA4D9A8B-2A72-45C4-97B8-5C611F9C3620}" dt="2026-01-21T11:41:11.927" v="2145" actId="1076"/>
          <ac:spMkLst>
            <pc:docMk/>
            <pc:sldMk cId="0" sldId="269"/>
            <ac:spMk id="321" creationId="{00000000-0000-0000-0000-000000000000}"/>
          </ac:spMkLst>
        </pc:spChg>
        <pc:spChg chg="mod">
          <ac:chgData name="מנאל נעמה" userId="4c65399f-e3cd-443d-9c1b-f13baae1d83b" providerId="ADAL" clId="{BA4D9A8B-2A72-45C4-97B8-5C611F9C3620}" dt="2026-01-21T11:41:11.927" v="2145" actId="1076"/>
          <ac:spMkLst>
            <pc:docMk/>
            <pc:sldMk cId="0" sldId="269"/>
            <ac:spMk id="322" creationId="{00000000-0000-0000-0000-000000000000}"/>
          </ac:spMkLst>
        </pc:spChg>
        <pc:spChg chg="mod">
          <ac:chgData name="מנאל נעמה" userId="4c65399f-e3cd-443d-9c1b-f13baae1d83b" providerId="ADAL" clId="{BA4D9A8B-2A72-45C4-97B8-5C611F9C3620}" dt="2026-01-21T11:41:11.927" v="2145" actId="1076"/>
          <ac:spMkLst>
            <pc:docMk/>
            <pc:sldMk cId="0" sldId="269"/>
            <ac:spMk id="323" creationId="{00000000-0000-0000-0000-000000000000}"/>
          </ac:spMkLst>
        </pc:spChg>
        <pc:spChg chg="mod">
          <ac:chgData name="מנאל נעמה" userId="4c65399f-e3cd-443d-9c1b-f13baae1d83b" providerId="ADAL" clId="{BA4D9A8B-2A72-45C4-97B8-5C611F9C3620}" dt="2026-01-21T11:41:05.981" v="2144" actId="207"/>
          <ac:spMkLst>
            <pc:docMk/>
            <pc:sldMk cId="0" sldId="269"/>
            <ac:spMk id="325" creationId="{00000000-0000-0000-0000-000000000000}"/>
          </ac:spMkLst>
        </pc:spChg>
        <pc:picChg chg="add mod">
          <ac:chgData name="מנאל נעמה" userId="4c65399f-e3cd-443d-9c1b-f13baae1d83b" providerId="ADAL" clId="{BA4D9A8B-2A72-45C4-97B8-5C611F9C3620}" dt="2026-01-20T19:11:46.799" v="853" actId="1076"/>
          <ac:picMkLst>
            <pc:docMk/>
            <pc:sldMk cId="0" sldId="269"/>
            <ac:picMk id="3" creationId="{BA73AF29-57EE-5B0A-C6ED-E5B52EC84B12}"/>
          </ac:picMkLst>
        </pc:picChg>
        <pc:picChg chg="add mod ord">
          <ac:chgData name="מנאל נעמה" userId="4c65399f-e3cd-443d-9c1b-f13baae1d83b" providerId="ADAL" clId="{BA4D9A8B-2A72-45C4-97B8-5C611F9C3620}" dt="2026-01-24T17:46:56.442" v="3301" actId="34135"/>
          <ac:picMkLst>
            <pc:docMk/>
            <pc:sldMk cId="0" sldId="269"/>
            <ac:picMk id="4" creationId="{3DE3C309-F319-626A-62D0-C5E78E440A24}"/>
          </ac:picMkLst>
        </pc:picChg>
        <pc:picChg chg="add mod">
          <ac:chgData name="מנאל נעמה" userId="4c65399f-e3cd-443d-9c1b-f13baae1d83b" providerId="ADAL" clId="{BA4D9A8B-2A72-45C4-97B8-5C611F9C3620}" dt="2026-01-21T10:09:39.064" v="1314"/>
          <ac:picMkLst>
            <pc:docMk/>
            <pc:sldMk cId="0" sldId="269"/>
            <ac:picMk id="6" creationId="{958BAEDB-37B8-E275-C327-F7DCF2E3CB0B}"/>
          </ac:picMkLst>
        </pc:picChg>
        <pc:picChg chg="add mod ord">
          <ac:chgData name="מנאל נעמה" userId="4c65399f-e3cd-443d-9c1b-f13baae1d83b" providerId="ADAL" clId="{BA4D9A8B-2A72-45C4-97B8-5C611F9C3620}" dt="2026-01-21T11:40:47.808" v="2136" actId="14100"/>
          <ac:picMkLst>
            <pc:docMk/>
            <pc:sldMk cId="0" sldId="269"/>
            <ac:picMk id="7" creationId="{78C4066B-BD24-B150-6430-548129F35B4C}"/>
          </ac:picMkLst>
        </pc:picChg>
        <pc:picChg chg="add mod ord">
          <ac:chgData name="מנאל נעמה" userId="4c65399f-e3cd-443d-9c1b-f13baae1d83b" providerId="ADAL" clId="{BA4D9A8B-2A72-45C4-97B8-5C611F9C3620}" dt="2026-01-21T11:41:11.927" v="2145" actId="1076"/>
          <ac:picMkLst>
            <pc:docMk/>
            <pc:sldMk cId="0" sldId="269"/>
            <ac:picMk id="8" creationId="{F6470B43-24F0-CA34-7AD2-BDD90BDE5B5A}"/>
          </ac:picMkLst>
        </pc:picChg>
        <pc:picChg chg="add mod ord">
          <ac:chgData name="מנאל נעמה" userId="4c65399f-e3cd-443d-9c1b-f13baae1d83b" providerId="ADAL" clId="{BA4D9A8B-2A72-45C4-97B8-5C611F9C3620}" dt="2026-01-21T11:40:44.670" v="2135" actId="14100"/>
          <ac:picMkLst>
            <pc:docMk/>
            <pc:sldMk cId="0" sldId="269"/>
            <ac:picMk id="9" creationId="{ED19308F-F701-25C8-2703-9C36C6A835B3}"/>
          </ac:picMkLst>
        </pc:picChg>
      </pc:sldChg>
      <pc:sldChg chg="addSp delSp modSp mod modNotesTx">
        <pc:chgData name="מנאל נעמה" userId="4c65399f-e3cd-443d-9c1b-f13baae1d83b" providerId="ADAL" clId="{BA4D9A8B-2A72-45C4-97B8-5C611F9C3620}" dt="2026-01-26T19:58:15.213" v="3322" actId="20577"/>
        <pc:sldMkLst>
          <pc:docMk/>
          <pc:sldMk cId="0" sldId="270"/>
        </pc:sldMkLst>
        <pc:spChg chg="add mod">
          <ac:chgData name="מנאל נעמה" userId="4c65399f-e3cd-443d-9c1b-f13baae1d83b" providerId="ADAL" clId="{BA4D9A8B-2A72-45C4-97B8-5C611F9C3620}" dt="2026-01-21T12:21:10.885" v="2462" actId="20577"/>
          <ac:spMkLst>
            <pc:docMk/>
            <pc:sldMk cId="0" sldId="270"/>
            <ac:spMk id="6" creationId="{AEFC1F53-9914-1B4D-0819-D23C49F7C464}"/>
          </ac:spMkLst>
        </pc:spChg>
        <pc:spChg chg="mod">
          <ac:chgData name="מנאל נעמה" userId="4c65399f-e3cd-443d-9c1b-f13baae1d83b" providerId="ADAL" clId="{BA4D9A8B-2A72-45C4-97B8-5C611F9C3620}" dt="2026-01-21T12:52:27.077" v="2915" actId="207"/>
          <ac:spMkLst>
            <pc:docMk/>
            <pc:sldMk cId="0" sldId="270"/>
            <ac:spMk id="333" creationId="{00000000-0000-0000-0000-000000000000}"/>
          </ac:spMkLst>
        </pc:spChg>
        <pc:spChg chg="mod">
          <ac:chgData name="מנאל נעמה" userId="4c65399f-e3cd-443d-9c1b-f13baae1d83b" providerId="ADAL" clId="{BA4D9A8B-2A72-45C4-97B8-5C611F9C3620}" dt="2026-01-21T12:06:37.831" v="2204" actId="207"/>
          <ac:spMkLst>
            <pc:docMk/>
            <pc:sldMk cId="0" sldId="270"/>
            <ac:spMk id="334" creationId="{00000000-0000-0000-0000-000000000000}"/>
          </ac:spMkLst>
        </pc:spChg>
        <pc:spChg chg="mod">
          <ac:chgData name="מנאל נעמה" userId="4c65399f-e3cd-443d-9c1b-f13baae1d83b" providerId="ADAL" clId="{BA4D9A8B-2A72-45C4-97B8-5C611F9C3620}" dt="2026-01-21T12:07:09.684" v="2215" actId="404"/>
          <ac:spMkLst>
            <pc:docMk/>
            <pc:sldMk cId="0" sldId="270"/>
            <ac:spMk id="335" creationId="{00000000-0000-0000-0000-000000000000}"/>
          </ac:spMkLst>
        </pc:spChg>
        <pc:spChg chg="mod">
          <ac:chgData name="מנאל נעמה" userId="4c65399f-e3cd-443d-9c1b-f13baae1d83b" providerId="ADAL" clId="{BA4D9A8B-2A72-45C4-97B8-5C611F9C3620}" dt="2026-01-21T12:52:36.599" v="2919" actId="207"/>
          <ac:spMkLst>
            <pc:docMk/>
            <pc:sldMk cId="0" sldId="270"/>
            <ac:spMk id="336" creationId="{00000000-0000-0000-0000-000000000000}"/>
          </ac:spMkLst>
        </pc:spChg>
        <pc:spChg chg="mod">
          <ac:chgData name="מנאל נעמה" userId="4c65399f-e3cd-443d-9c1b-f13baae1d83b" providerId="ADAL" clId="{BA4D9A8B-2A72-45C4-97B8-5C611F9C3620}" dt="2026-01-20T19:42:13.871" v="1110" actId="207"/>
          <ac:spMkLst>
            <pc:docMk/>
            <pc:sldMk cId="0" sldId="270"/>
            <ac:spMk id="337" creationId="{00000000-0000-0000-0000-000000000000}"/>
          </ac:spMkLst>
        </pc:spChg>
        <pc:spChg chg="mod">
          <ac:chgData name="מנאל נעמה" userId="4c65399f-e3cd-443d-9c1b-f13baae1d83b" providerId="ADAL" clId="{BA4D9A8B-2A72-45C4-97B8-5C611F9C3620}" dt="2026-01-21T12:07:07.138" v="2213" actId="404"/>
          <ac:spMkLst>
            <pc:docMk/>
            <pc:sldMk cId="0" sldId="270"/>
            <ac:spMk id="338" creationId="{00000000-0000-0000-0000-000000000000}"/>
          </ac:spMkLst>
        </pc:spChg>
        <pc:spChg chg="mod">
          <ac:chgData name="מנאל נעמה" userId="4c65399f-e3cd-443d-9c1b-f13baae1d83b" providerId="ADAL" clId="{BA4D9A8B-2A72-45C4-97B8-5C611F9C3620}" dt="2026-01-21T12:52:40.757" v="2921" actId="207"/>
          <ac:spMkLst>
            <pc:docMk/>
            <pc:sldMk cId="0" sldId="270"/>
            <ac:spMk id="339" creationId="{00000000-0000-0000-0000-000000000000}"/>
          </ac:spMkLst>
        </pc:spChg>
        <pc:spChg chg="mod">
          <ac:chgData name="מנאל נעמה" userId="4c65399f-e3cd-443d-9c1b-f13baae1d83b" providerId="ADAL" clId="{BA4D9A8B-2A72-45C4-97B8-5C611F9C3620}" dt="2026-01-21T12:06:37.831" v="2204" actId="207"/>
          <ac:spMkLst>
            <pc:docMk/>
            <pc:sldMk cId="0" sldId="270"/>
            <ac:spMk id="340" creationId="{00000000-0000-0000-0000-000000000000}"/>
          </ac:spMkLst>
        </pc:spChg>
        <pc:spChg chg="mod">
          <ac:chgData name="מנאל נעמה" userId="4c65399f-e3cd-443d-9c1b-f13baae1d83b" providerId="ADAL" clId="{BA4D9A8B-2A72-45C4-97B8-5C611F9C3620}" dt="2026-01-21T12:06:59.792" v="2209" actId="404"/>
          <ac:spMkLst>
            <pc:docMk/>
            <pc:sldMk cId="0" sldId="270"/>
            <ac:spMk id="341" creationId="{00000000-0000-0000-0000-000000000000}"/>
          </ac:spMkLst>
        </pc:spChg>
        <pc:spChg chg="mod">
          <ac:chgData name="מנאל נעמה" userId="4c65399f-e3cd-443d-9c1b-f13baae1d83b" providerId="ADAL" clId="{BA4D9A8B-2A72-45C4-97B8-5C611F9C3620}" dt="2026-01-21T12:52:38.551" v="2920" actId="207"/>
          <ac:spMkLst>
            <pc:docMk/>
            <pc:sldMk cId="0" sldId="270"/>
            <ac:spMk id="342" creationId="{00000000-0000-0000-0000-000000000000}"/>
          </ac:spMkLst>
        </pc:spChg>
        <pc:spChg chg="mod">
          <ac:chgData name="מנאל נעמה" userId="4c65399f-e3cd-443d-9c1b-f13baae1d83b" providerId="ADAL" clId="{BA4D9A8B-2A72-45C4-97B8-5C611F9C3620}" dt="2026-01-21T12:06:37.831" v="2204" actId="207"/>
          <ac:spMkLst>
            <pc:docMk/>
            <pc:sldMk cId="0" sldId="270"/>
            <ac:spMk id="343" creationId="{00000000-0000-0000-0000-000000000000}"/>
          </ac:spMkLst>
        </pc:spChg>
        <pc:spChg chg="mod">
          <ac:chgData name="מנאל נעמה" userId="4c65399f-e3cd-443d-9c1b-f13baae1d83b" providerId="ADAL" clId="{BA4D9A8B-2A72-45C4-97B8-5C611F9C3620}" dt="2026-01-21T12:07:04.244" v="2211" actId="404"/>
          <ac:spMkLst>
            <pc:docMk/>
            <pc:sldMk cId="0" sldId="270"/>
            <ac:spMk id="344" creationId="{00000000-0000-0000-0000-000000000000}"/>
          </ac:spMkLst>
        </pc:spChg>
        <pc:spChg chg="mod">
          <ac:chgData name="מנאל נעמה" userId="4c65399f-e3cd-443d-9c1b-f13baae1d83b" providerId="ADAL" clId="{BA4D9A8B-2A72-45C4-97B8-5C611F9C3620}" dt="2026-01-21T12:07:13.923" v="2216" actId="207"/>
          <ac:spMkLst>
            <pc:docMk/>
            <pc:sldMk cId="0" sldId="270"/>
            <ac:spMk id="349" creationId="{00000000-0000-0000-0000-000000000000}"/>
          </ac:spMkLst>
        </pc:spChg>
        <pc:picChg chg="add mod ord">
          <ac:chgData name="מנאל נעמה" userId="4c65399f-e3cd-443d-9c1b-f13baae1d83b" providerId="ADAL" clId="{BA4D9A8B-2A72-45C4-97B8-5C611F9C3620}" dt="2026-01-24T17:47:01.449" v="3303" actId="34135"/>
          <ac:picMkLst>
            <pc:docMk/>
            <pc:sldMk cId="0" sldId="270"/>
            <ac:picMk id="3" creationId="{48BA301B-9B0D-D261-7250-2CF7923062F7}"/>
          </ac:picMkLst>
        </pc:picChg>
        <pc:picChg chg="add mod">
          <ac:chgData name="מנאל נעמה" userId="4c65399f-e3cd-443d-9c1b-f13baae1d83b" providerId="ADAL" clId="{BA4D9A8B-2A72-45C4-97B8-5C611F9C3620}" dt="2026-01-21T10:09:41.940" v="1316"/>
          <ac:picMkLst>
            <pc:docMk/>
            <pc:sldMk cId="0" sldId="270"/>
            <ac:picMk id="5" creationId="{B6227D9F-9E75-73CD-0AD6-A589287E5949}"/>
          </ac:picMkLst>
        </pc:picChg>
        <pc:picChg chg="add mod ord">
          <ac:chgData name="מנאל נעמה" userId="4c65399f-e3cd-443d-9c1b-f13baae1d83b" providerId="ADAL" clId="{BA4D9A8B-2A72-45C4-97B8-5C611F9C3620}" dt="2026-01-21T12:34:17.045" v="2671" actId="167"/>
          <ac:picMkLst>
            <pc:docMk/>
            <pc:sldMk cId="0" sldId="270"/>
            <ac:picMk id="7" creationId="{EC39051F-4E7B-2767-B9F3-C814B6D31562}"/>
          </ac:picMkLst>
        </pc:picChg>
        <pc:picChg chg="add mod ord">
          <ac:chgData name="מנאל נעמה" userId="4c65399f-e3cd-443d-9c1b-f13baae1d83b" providerId="ADAL" clId="{BA4D9A8B-2A72-45C4-97B8-5C611F9C3620}" dt="2026-01-21T12:34:18.562" v="2672" actId="167"/>
          <ac:picMkLst>
            <pc:docMk/>
            <pc:sldMk cId="0" sldId="270"/>
            <ac:picMk id="8" creationId="{E8598FE7-5916-3B51-8C79-FF9195B2C0E8}"/>
          </ac:picMkLst>
        </pc:picChg>
        <pc:picChg chg="add mod ord">
          <ac:chgData name="מנאל נעמה" userId="4c65399f-e3cd-443d-9c1b-f13baae1d83b" providerId="ADAL" clId="{BA4D9A8B-2A72-45C4-97B8-5C611F9C3620}" dt="2026-01-21T12:34:12.530" v="2669" actId="167"/>
          <ac:picMkLst>
            <pc:docMk/>
            <pc:sldMk cId="0" sldId="270"/>
            <ac:picMk id="9" creationId="{DB31854C-D24E-D171-E109-8A964C075A3A}"/>
          </ac:picMkLst>
        </pc:picChg>
        <pc:picChg chg="add mod ord">
          <ac:chgData name="מנאל נעמה" userId="4c65399f-e3cd-443d-9c1b-f13baae1d83b" providerId="ADAL" clId="{BA4D9A8B-2A72-45C4-97B8-5C611F9C3620}" dt="2026-01-21T12:34:14.402" v="2670" actId="167"/>
          <ac:picMkLst>
            <pc:docMk/>
            <pc:sldMk cId="0" sldId="270"/>
            <ac:picMk id="10" creationId="{B7E7DBC7-C5A4-09EF-3B5F-E929AA04A2EC}"/>
          </ac:picMkLst>
        </pc:picChg>
        <pc:cxnChg chg="add mod">
          <ac:chgData name="מנאל נעמה" userId="4c65399f-e3cd-443d-9c1b-f13baae1d83b" providerId="ADAL" clId="{BA4D9A8B-2A72-45C4-97B8-5C611F9C3620}" dt="2026-01-21T12:06:40.777" v="2205" actId="1076"/>
          <ac:cxnSpMkLst>
            <pc:docMk/>
            <pc:sldMk cId="0" sldId="270"/>
            <ac:cxnSpMk id="4" creationId="{2C67F8B4-0398-5887-CB2F-D6101A183545}"/>
          </ac:cxnSpMkLst>
        </pc:cxnChg>
      </pc:sldChg>
      <pc:sldChg chg="addSp delSp modSp add del mod">
        <pc:chgData name="מנאל נעמה" userId="4c65399f-e3cd-443d-9c1b-f13baae1d83b" providerId="ADAL" clId="{BA4D9A8B-2A72-45C4-97B8-5C611F9C3620}" dt="2026-01-24T17:47:09.685" v="3304" actId="34135"/>
        <pc:sldMkLst>
          <pc:docMk/>
          <pc:sldMk cId="0" sldId="273"/>
        </pc:sldMkLst>
        <pc:spChg chg="add mod">
          <ac:chgData name="מנאל נעמה" userId="4c65399f-e3cd-443d-9c1b-f13baae1d83b" providerId="ADAL" clId="{BA4D9A8B-2A72-45C4-97B8-5C611F9C3620}" dt="2026-01-21T12:21:14.388" v="2465" actId="20577"/>
          <ac:spMkLst>
            <pc:docMk/>
            <pc:sldMk cId="0" sldId="273"/>
            <ac:spMk id="2" creationId="{46BDDF5C-2568-F7C0-60D3-6D94FE1E3818}"/>
          </ac:spMkLst>
        </pc:spChg>
        <pc:spChg chg="mod">
          <ac:chgData name="מנאל נעמה" userId="4c65399f-e3cd-443d-9c1b-f13baae1d83b" providerId="ADAL" clId="{BA4D9A8B-2A72-45C4-97B8-5C611F9C3620}" dt="2026-01-21T13:03:04.159" v="2992" actId="1076"/>
          <ac:spMkLst>
            <pc:docMk/>
            <pc:sldMk cId="0" sldId="273"/>
            <ac:spMk id="478" creationId="{00000000-0000-0000-0000-000000000000}"/>
          </ac:spMkLst>
        </pc:spChg>
        <pc:spChg chg="mod">
          <ac:chgData name="מנאל נעמה" userId="4c65399f-e3cd-443d-9c1b-f13baae1d83b" providerId="ADAL" clId="{BA4D9A8B-2A72-45C4-97B8-5C611F9C3620}" dt="2026-01-24T17:38:02.806" v="3169" actId="1076"/>
          <ac:spMkLst>
            <pc:docMk/>
            <pc:sldMk cId="0" sldId="273"/>
            <ac:spMk id="479" creationId="{00000000-0000-0000-0000-000000000000}"/>
          </ac:spMkLst>
        </pc:spChg>
        <pc:picChg chg="mod">
          <ac:chgData name="מנאל נעמה" userId="4c65399f-e3cd-443d-9c1b-f13baae1d83b" providerId="ADAL" clId="{BA4D9A8B-2A72-45C4-97B8-5C611F9C3620}" dt="2026-01-24T17:47:09.685" v="3304" actId="34135"/>
          <ac:picMkLst>
            <pc:docMk/>
            <pc:sldMk cId="0" sldId="273"/>
            <ac:picMk id="473" creationId="{00000000-0000-0000-0000-000000000000}"/>
          </ac:picMkLst>
        </pc:picChg>
        <pc:picChg chg="mod">
          <ac:chgData name="מנאל נעמה" userId="4c65399f-e3cd-443d-9c1b-f13baae1d83b" providerId="ADAL" clId="{BA4D9A8B-2A72-45C4-97B8-5C611F9C3620}" dt="2026-01-21T13:03:15.435" v="2996" actId="1035"/>
          <ac:picMkLst>
            <pc:docMk/>
            <pc:sldMk cId="0" sldId="273"/>
            <ac:picMk id="477" creationId="{00000000-0000-0000-0000-000000000000}"/>
          </ac:picMkLst>
        </pc:picChg>
      </pc:sldChg>
      <pc:sldChg chg="addSp delSp modSp mod">
        <pc:chgData name="מנאל נעמה" userId="4c65399f-e3cd-443d-9c1b-f13baae1d83b" providerId="ADAL" clId="{BA4D9A8B-2A72-45C4-97B8-5C611F9C3620}" dt="2026-01-24T17:46:42.311" v="3297" actId="167"/>
        <pc:sldMkLst>
          <pc:docMk/>
          <pc:sldMk cId="0" sldId="275"/>
        </pc:sldMkLst>
        <pc:spChg chg="add mod">
          <ac:chgData name="מנאל נעמה" userId="4c65399f-e3cd-443d-9c1b-f13baae1d83b" providerId="ADAL" clId="{BA4D9A8B-2A72-45C4-97B8-5C611F9C3620}" dt="2026-01-24T17:43:27.421" v="3234"/>
          <ac:spMkLst>
            <pc:docMk/>
            <pc:sldMk cId="0" sldId="275"/>
            <ac:spMk id="3" creationId="{A3364906-4310-9049-6425-07E6C8E70928}"/>
          </ac:spMkLst>
        </pc:spChg>
        <pc:spChg chg="add mod">
          <ac:chgData name="מנאל נעמה" userId="4c65399f-e3cd-443d-9c1b-f13baae1d83b" providerId="ADAL" clId="{BA4D9A8B-2A72-45C4-97B8-5C611F9C3620}" dt="2026-01-24T17:43:55.832" v="3265" actId="20577"/>
          <ac:spMkLst>
            <pc:docMk/>
            <pc:sldMk cId="0" sldId="275"/>
            <ac:spMk id="5" creationId="{A0DF4D8B-E88B-B0D7-6DB4-DD0DC7B63279}"/>
          </ac:spMkLst>
        </pc:spChg>
        <pc:spChg chg="add mod">
          <ac:chgData name="מנאל נעמה" userId="4c65399f-e3cd-443d-9c1b-f13baae1d83b" providerId="ADAL" clId="{BA4D9A8B-2A72-45C4-97B8-5C611F9C3620}" dt="2026-01-24T17:44:05.606" v="3267" actId="1076"/>
          <ac:spMkLst>
            <pc:docMk/>
            <pc:sldMk cId="0" sldId="275"/>
            <ac:spMk id="12" creationId="{429EC21B-6B49-6892-DC7E-859B0ACC6651}"/>
          </ac:spMkLst>
        </pc:spChg>
        <pc:spChg chg="add mod">
          <ac:chgData name="מנאל נעמה" userId="4c65399f-e3cd-443d-9c1b-f13baae1d83b" providerId="ADAL" clId="{BA4D9A8B-2A72-45C4-97B8-5C611F9C3620}" dt="2026-01-21T12:50:28.135" v="2900" actId="1076"/>
          <ac:spMkLst>
            <pc:docMk/>
            <pc:sldMk cId="0" sldId="275"/>
            <ac:spMk id="14" creationId="{4B2A71F5-40FD-8BD2-B3E0-1C5A99CC6A8A}"/>
          </ac:spMkLst>
        </pc:spChg>
        <pc:spChg chg="add mod ord">
          <ac:chgData name="מנאל נעמה" userId="4c65399f-e3cd-443d-9c1b-f13baae1d83b" providerId="ADAL" clId="{BA4D9A8B-2A72-45C4-97B8-5C611F9C3620}" dt="2026-01-24T17:44:05.606" v="3267" actId="1076"/>
          <ac:spMkLst>
            <pc:docMk/>
            <pc:sldMk cId="0" sldId="275"/>
            <ac:spMk id="15" creationId="{D84962EA-A92D-E55F-F31D-18C1CCA8D608}"/>
          </ac:spMkLst>
        </pc:spChg>
        <pc:spChg chg="add mod ord">
          <ac:chgData name="מנאל נעמה" userId="4c65399f-e3cd-443d-9c1b-f13baae1d83b" providerId="ADAL" clId="{BA4D9A8B-2A72-45C4-97B8-5C611F9C3620}" dt="2026-01-24T17:44:05.606" v="3267" actId="1076"/>
          <ac:spMkLst>
            <pc:docMk/>
            <pc:sldMk cId="0" sldId="275"/>
            <ac:spMk id="16" creationId="{E33C06E5-BA34-31C4-6405-6E0ACDB012C6}"/>
          </ac:spMkLst>
        </pc:spChg>
        <pc:spChg chg="add mod">
          <ac:chgData name="מנאל נעמה" userId="4c65399f-e3cd-443d-9c1b-f13baae1d83b" providerId="ADAL" clId="{BA4D9A8B-2A72-45C4-97B8-5C611F9C3620}" dt="2026-01-24T17:44:05.606" v="3267" actId="1076"/>
          <ac:spMkLst>
            <pc:docMk/>
            <pc:sldMk cId="0" sldId="275"/>
            <ac:spMk id="17" creationId="{A547FEDA-857F-E5D3-37D9-4E8150154C07}"/>
          </ac:spMkLst>
        </pc:spChg>
        <pc:spChg chg="mod">
          <ac:chgData name="מנאל נעמה" userId="4c65399f-e3cd-443d-9c1b-f13baae1d83b" providerId="ADAL" clId="{BA4D9A8B-2A72-45C4-97B8-5C611F9C3620}" dt="2026-01-24T17:44:05.606" v="3267" actId="1076"/>
          <ac:spMkLst>
            <pc:docMk/>
            <pc:sldMk cId="0" sldId="275"/>
            <ac:spMk id="281" creationId="{00000000-0000-0000-0000-000000000000}"/>
          </ac:spMkLst>
        </pc:spChg>
        <pc:spChg chg="add del mod">
          <ac:chgData name="מנאל נעמה" userId="4c65399f-e3cd-443d-9c1b-f13baae1d83b" providerId="ADAL" clId="{BA4D9A8B-2A72-45C4-97B8-5C611F9C3620}" dt="2026-01-24T17:44:05.606" v="3267" actId="1076"/>
          <ac:spMkLst>
            <pc:docMk/>
            <pc:sldMk cId="0" sldId="275"/>
            <ac:spMk id="282" creationId="{00000000-0000-0000-0000-000000000000}"/>
          </ac:spMkLst>
        </pc:spChg>
        <pc:spChg chg="mod">
          <ac:chgData name="מנאל נעמה" userId="4c65399f-e3cd-443d-9c1b-f13baae1d83b" providerId="ADAL" clId="{BA4D9A8B-2A72-45C4-97B8-5C611F9C3620}" dt="2026-01-24T17:44:05.606" v="3267" actId="1076"/>
          <ac:spMkLst>
            <pc:docMk/>
            <pc:sldMk cId="0" sldId="275"/>
            <ac:spMk id="285" creationId="{00000000-0000-0000-0000-000000000000}"/>
          </ac:spMkLst>
        </pc:spChg>
        <pc:spChg chg="mod">
          <ac:chgData name="מנאל נעמה" userId="4c65399f-e3cd-443d-9c1b-f13baae1d83b" providerId="ADAL" clId="{BA4D9A8B-2A72-45C4-97B8-5C611F9C3620}" dt="2026-01-24T17:44:05.606" v="3267" actId="1076"/>
          <ac:spMkLst>
            <pc:docMk/>
            <pc:sldMk cId="0" sldId="275"/>
            <ac:spMk id="291" creationId="{00000000-0000-0000-0000-000000000000}"/>
          </ac:spMkLst>
        </pc:spChg>
        <pc:spChg chg="mod">
          <ac:chgData name="מנאל נעמה" userId="4c65399f-e3cd-443d-9c1b-f13baae1d83b" providerId="ADAL" clId="{BA4D9A8B-2A72-45C4-97B8-5C611F9C3620}" dt="2026-01-24T17:44:05.606" v="3267" actId="1076"/>
          <ac:spMkLst>
            <pc:docMk/>
            <pc:sldMk cId="0" sldId="275"/>
            <ac:spMk id="293" creationId="{00000000-0000-0000-0000-000000000000}"/>
          </ac:spMkLst>
        </pc:spChg>
        <pc:picChg chg="add mod ord">
          <ac:chgData name="מנאל נעמה" userId="4c65399f-e3cd-443d-9c1b-f13baae1d83b" providerId="ADAL" clId="{BA4D9A8B-2A72-45C4-97B8-5C611F9C3620}" dt="2026-01-24T17:46:42.311" v="3297" actId="167"/>
          <ac:picMkLst>
            <pc:docMk/>
            <pc:sldMk cId="0" sldId="275"/>
            <ac:picMk id="2" creationId="{5E55EF68-5B21-F668-044A-68281432B632}"/>
          </ac:picMkLst>
        </pc:picChg>
        <pc:picChg chg="add mod">
          <ac:chgData name="מנאל נעמה" userId="4c65399f-e3cd-443d-9c1b-f13baae1d83b" providerId="ADAL" clId="{BA4D9A8B-2A72-45C4-97B8-5C611F9C3620}" dt="2026-01-21T10:09:33.623" v="1310"/>
          <ac:picMkLst>
            <pc:docMk/>
            <pc:sldMk cId="0" sldId="275"/>
            <ac:picMk id="4" creationId="{2CDAEE6C-48E4-E95C-CC79-12BD5956E619}"/>
          </ac:picMkLst>
        </pc:picChg>
      </pc:sldChg>
      <pc:sldChg chg="addSp delSp modSp add mod modTransition modNotes">
        <pc:chgData name="מנאל נעמה" userId="4c65399f-e3cd-443d-9c1b-f13baae1d83b" providerId="ADAL" clId="{BA4D9A8B-2A72-45C4-97B8-5C611F9C3620}" dt="2026-01-24T17:48:30.292" v="3314" actId="1582"/>
        <pc:sldMkLst>
          <pc:docMk/>
          <pc:sldMk cId="0" sldId="277"/>
        </pc:sldMkLst>
        <pc:spChg chg="add mod">
          <ac:chgData name="מנאל נעמה" userId="4c65399f-e3cd-443d-9c1b-f13baae1d83b" providerId="ADAL" clId="{BA4D9A8B-2A72-45C4-97B8-5C611F9C3620}" dt="2026-01-21T12:13:16.931" v="2317" actId="207"/>
          <ac:spMkLst>
            <pc:docMk/>
            <pc:sldMk cId="0" sldId="277"/>
            <ac:spMk id="7" creationId="{77411BAF-028D-C540-7F12-109AFD979B41}"/>
          </ac:spMkLst>
        </pc:spChg>
        <pc:spChg chg="mod">
          <ac:chgData name="מנאל נעמה" userId="4c65399f-e3cd-443d-9c1b-f13baae1d83b" providerId="ADAL" clId="{BA4D9A8B-2A72-45C4-97B8-5C611F9C3620}" dt="2026-01-21T10:16:54.343" v="1391" actId="1076"/>
          <ac:spMkLst>
            <pc:docMk/>
            <pc:sldMk cId="0" sldId="277"/>
            <ac:spMk id="101" creationId="{00000000-0000-0000-0000-000000000000}"/>
          </ac:spMkLst>
        </pc:spChg>
        <pc:spChg chg="mod">
          <ac:chgData name="מנאל נעמה" userId="4c65399f-e3cd-443d-9c1b-f13baae1d83b" providerId="ADAL" clId="{BA4D9A8B-2A72-45C4-97B8-5C611F9C3620}" dt="2026-01-21T10:16:33.325" v="1386" actId="1076"/>
          <ac:spMkLst>
            <pc:docMk/>
            <pc:sldMk cId="0" sldId="277"/>
            <ac:spMk id="103" creationId="{00000000-0000-0000-0000-000000000000}"/>
          </ac:spMkLst>
        </pc:spChg>
        <pc:spChg chg="mod">
          <ac:chgData name="מנאל נעמה" userId="4c65399f-e3cd-443d-9c1b-f13baae1d83b" providerId="ADAL" clId="{BA4D9A8B-2A72-45C4-97B8-5C611F9C3620}" dt="2026-01-21T11:29:24.904" v="1982" actId="255"/>
          <ac:spMkLst>
            <pc:docMk/>
            <pc:sldMk cId="0" sldId="277"/>
            <ac:spMk id="104" creationId="{00000000-0000-0000-0000-000000000000}"/>
          </ac:spMkLst>
        </pc:spChg>
        <pc:spChg chg="mod">
          <ac:chgData name="מנאל נעמה" userId="4c65399f-e3cd-443d-9c1b-f13baae1d83b" providerId="ADAL" clId="{BA4D9A8B-2A72-45C4-97B8-5C611F9C3620}" dt="2026-01-21T10:16:36.067" v="1387" actId="1076"/>
          <ac:spMkLst>
            <pc:docMk/>
            <pc:sldMk cId="0" sldId="277"/>
            <ac:spMk id="106" creationId="{00000000-0000-0000-0000-000000000000}"/>
          </ac:spMkLst>
        </pc:spChg>
        <pc:spChg chg="mod">
          <ac:chgData name="מנאל נעמה" userId="4c65399f-e3cd-443d-9c1b-f13baae1d83b" providerId="ADAL" clId="{BA4D9A8B-2A72-45C4-97B8-5C611F9C3620}" dt="2026-01-21T11:29:28.406" v="1983" actId="255"/>
          <ac:spMkLst>
            <pc:docMk/>
            <pc:sldMk cId="0" sldId="277"/>
            <ac:spMk id="107" creationId="{00000000-0000-0000-0000-000000000000}"/>
          </ac:spMkLst>
        </pc:spChg>
        <pc:spChg chg="mod">
          <ac:chgData name="מנאל נעמה" userId="4c65399f-e3cd-443d-9c1b-f13baae1d83b" providerId="ADAL" clId="{BA4D9A8B-2A72-45C4-97B8-5C611F9C3620}" dt="2026-01-21T10:00:04.810" v="1181" actId="207"/>
          <ac:spMkLst>
            <pc:docMk/>
            <pc:sldMk cId="0" sldId="277"/>
            <ac:spMk id="109" creationId="{00000000-0000-0000-0000-000000000000}"/>
          </ac:spMkLst>
        </pc:spChg>
        <pc:picChg chg="add mod ord">
          <ac:chgData name="מנאל נעמה" userId="4c65399f-e3cd-443d-9c1b-f13baae1d83b" providerId="ADAL" clId="{BA4D9A8B-2A72-45C4-97B8-5C611F9C3620}" dt="2026-01-24T17:45:56.318" v="3287" actId="34135"/>
          <ac:picMkLst>
            <pc:docMk/>
            <pc:sldMk cId="0" sldId="277"/>
            <ac:picMk id="3" creationId="{2C6ABAAD-918B-1441-6077-BA4522AD3928}"/>
          </ac:picMkLst>
        </pc:picChg>
        <pc:picChg chg="add mod">
          <ac:chgData name="מנאל נעמה" userId="4c65399f-e3cd-443d-9c1b-f13baae1d83b" providerId="ADAL" clId="{BA4D9A8B-2A72-45C4-97B8-5C611F9C3620}" dt="2026-01-21T09:59:53.701" v="1180" actId="1076"/>
          <ac:picMkLst>
            <pc:docMk/>
            <pc:sldMk cId="0" sldId="277"/>
            <ac:picMk id="4" creationId="{9DB1D399-FC3C-6AE7-81E9-2281041D5271}"/>
          </ac:picMkLst>
        </pc:picChg>
        <pc:picChg chg="add mod ord">
          <ac:chgData name="מנאל נעמה" userId="4c65399f-e3cd-443d-9c1b-f13baae1d83b" providerId="ADAL" clId="{BA4D9A8B-2A72-45C4-97B8-5C611F9C3620}" dt="2026-01-24T17:48:30.292" v="3314" actId="1582"/>
          <ac:picMkLst>
            <pc:docMk/>
            <pc:sldMk cId="0" sldId="277"/>
            <ac:picMk id="5" creationId="{8E14B75B-F53A-E3C1-08F5-D5A46F4A06EC}"/>
          </ac:picMkLst>
        </pc:picChg>
        <pc:picChg chg="mod">
          <ac:chgData name="מנאל נעמה" userId="4c65399f-e3cd-443d-9c1b-f13baae1d83b" providerId="ADAL" clId="{BA4D9A8B-2A72-45C4-97B8-5C611F9C3620}" dt="2026-01-24T17:48:08.199" v="3309" actId="1582"/>
          <ac:picMkLst>
            <pc:docMk/>
            <pc:sldMk cId="0" sldId="277"/>
            <ac:picMk id="99" creationId="{00000000-0000-0000-0000-000000000000}"/>
          </ac:picMkLst>
        </pc:picChg>
        <pc:picChg chg="mod">
          <ac:chgData name="מנאל נעמה" userId="4c65399f-e3cd-443d-9c1b-f13baae1d83b" providerId="ADAL" clId="{BA4D9A8B-2A72-45C4-97B8-5C611F9C3620}" dt="2026-01-24T17:48:19.445" v="3311" actId="1582"/>
          <ac:picMkLst>
            <pc:docMk/>
            <pc:sldMk cId="0" sldId="277"/>
            <ac:picMk id="100" creationId="{00000000-0000-0000-0000-000000000000}"/>
          </ac:picMkLst>
        </pc:picChg>
        <pc:picChg chg="mod">
          <ac:chgData name="מנאל נעמה" userId="4c65399f-e3cd-443d-9c1b-f13baae1d83b" providerId="ADAL" clId="{BA4D9A8B-2A72-45C4-97B8-5C611F9C3620}" dt="2026-01-20T19:36:23.676" v="1065" actId="1076"/>
          <ac:picMkLst>
            <pc:docMk/>
            <pc:sldMk cId="0" sldId="277"/>
            <ac:picMk id="102" creationId="{00000000-0000-0000-0000-000000000000}"/>
          </ac:picMkLst>
        </pc:picChg>
        <pc:picChg chg="mod">
          <ac:chgData name="מנאל נעמה" userId="4c65399f-e3cd-443d-9c1b-f13baae1d83b" providerId="ADAL" clId="{BA4D9A8B-2A72-45C4-97B8-5C611F9C3620}" dt="2026-01-20T19:36:23.676" v="1065" actId="1076"/>
          <ac:picMkLst>
            <pc:docMk/>
            <pc:sldMk cId="0" sldId="277"/>
            <ac:picMk id="105" creationId="{00000000-0000-0000-0000-000000000000}"/>
          </ac:picMkLst>
        </pc:picChg>
        <pc:picChg chg="mod">
          <ac:chgData name="מנאל נעמה" userId="4c65399f-e3cd-443d-9c1b-f13baae1d83b" providerId="ADAL" clId="{BA4D9A8B-2A72-45C4-97B8-5C611F9C3620}" dt="2026-01-20T17:53:03.342" v="155" actId="1076"/>
          <ac:picMkLst>
            <pc:docMk/>
            <pc:sldMk cId="0" sldId="277"/>
            <ac:picMk id="108" creationId="{00000000-0000-0000-0000-000000000000}"/>
          </ac:picMkLst>
        </pc:picChg>
      </pc:sldChg>
      <pc:sldChg chg="addSp delSp modSp add mod">
        <pc:chgData name="מנאל נעמה" userId="4c65399f-e3cd-443d-9c1b-f13baae1d83b" providerId="ADAL" clId="{BA4D9A8B-2A72-45C4-97B8-5C611F9C3620}" dt="2026-01-24T17:46:06.641" v="3289" actId="34135"/>
        <pc:sldMkLst>
          <pc:docMk/>
          <pc:sldMk cId="0" sldId="278"/>
        </pc:sldMkLst>
        <pc:spChg chg="add mod ord">
          <ac:chgData name="מנאל נעמה" userId="4c65399f-e3cd-443d-9c1b-f13baae1d83b" providerId="ADAL" clId="{BA4D9A8B-2A72-45C4-97B8-5C611F9C3620}" dt="2026-01-21T19:04:44.214" v="3070" actId="1076"/>
          <ac:spMkLst>
            <pc:docMk/>
            <pc:sldMk cId="0" sldId="278"/>
            <ac:spMk id="4" creationId="{86B590EF-3AAF-A094-EF04-CD1849D1B495}"/>
          </ac:spMkLst>
        </pc:spChg>
        <pc:spChg chg="add del mod">
          <ac:chgData name="מנאל נעמה" userId="4c65399f-e3cd-443d-9c1b-f13baae1d83b" providerId="ADAL" clId="{BA4D9A8B-2A72-45C4-97B8-5C611F9C3620}" dt="2026-01-21T12:15:40.980" v="2354" actId="21"/>
          <ac:spMkLst>
            <pc:docMk/>
            <pc:sldMk cId="0" sldId="278"/>
            <ac:spMk id="6" creationId="{68EBA85A-A9AD-5ECF-A311-A6CA0A1093E4}"/>
          </ac:spMkLst>
        </pc:spChg>
        <pc:spChg chg="add mod ord">
          <ac:chgData name="מנאל נעמה" userId="4c65399f-e3cd-443d-9c1b-f13baae1d83b" providerId="ADAL" clId="{BA4D9A8B-2A72-45C4-97B8-5C611F9C3620}" dt="2026-01-21T19:04:44.817" v="3071" actId="1582"/>
          <ac:spMkLst>
            <pc:docMk/>
            <pc:sldMk cId="0" sldId="278"/>
            <ac:spMk id="8" creationId="{30A7AB15-4B38-35C0-2BB3-453BBA2E0C60}"/>
          </ac:spMkLst>
        </pc:spChg>
        <pc:spChg chg="mod">
          <ac:chgData name="מנאל נעמה" userId="4c65399f-e3cd-443d-9c1b-f13baae1d83b" providerId="ADAL" clId="{BA4D9A8B-2A72-45C4-97B8-5C611F9C3620}" dt="2026-01-22T18:29:14.983" v="3109" actId="1076"/>
          <ac:spMkLst>
            <pc:docMk/>
            <pc:sldMk cId="0" sldId="278"/>
            <ac:spMk id="120" creationId="{00000000-0000-0000-0000-000000000000}"/>
          </ac:spMkLst>
        </pc:spChg>
        <pc:spChg chg="mod">
          <ac:chgData name="מנאל נעמה" userId="4c65399f-e3cd-443d-9c1b-f13baae1d83b" providerId="ADAL" clId="{BA4D9A8B-2A72-45C4-97B8-5C611F9C3620}" dt="2026-01-21T12:38:13.708" v="2754" actId="207"/>
          <ac:spMkLst>
            <pc:docMk/>
            <pc:sldMk cId="0" sldId="278"/>
            <ac:spMk id="121" creationId="{00000000-0000-0000-0000-000000000000}"/>
          </ac:spMkLst>
        </pc:spChg>
        <pc:spChg chg="mod">
          <ac:chgData name="מנאל נעמה" userId="4c65399f-e3cd-443d-9c1b-f13baae1d83b" providerId="ADAL" clId="{BA4D9A8B-2A72-45C4-97B8-5C611F9C3620}" dt="2026-01-21T18:55:17.100" v="3017" actId="113"/>
          <ac:spMkLst>
            <pc:docMk/>
            <pc:sldMk cId="0" sldId="278"/>
            <ac:spMk id="122" creationId="{00000000-0000-0000-0000-000000000000}"/>
          </ac:spMkLst>
        </pc:spChg>
        <pc:spChg chg="mod">
          <ac:chgData name="מנאל נעמה" userId="4c65399f-e3cd-443d-9c1b-f13baae1d83b" providerId="ADAL" clId="{BA4D9A8B-2A72-45C4-97B8-5C611F9C3620}" dt="2026-01-21T19:03:18.955" v="3043" actId="207"/>
          <ac:spMkLst>
            <pc:docMk/>
            <pc:sldMk cId="0" sldId="278"/>
            <ac:spMk id="123" creationId="{00000000-0000-0000-0000-000000000000}"/>
          </ac:spMkLst>
        </pc:spChg>
        <pc:spChg chg="mod">
          <ac:chgData name="מנאל נעמה" userId="4c65399f-e3cd-443d-9c1b-f13baae1d83b" providerId="ADAL" clId="{BA4D9A8B-2A72-45C4-97B8-5C611F9C3620}" dt="2026-01-21T11:28:49.403" v="1973" actId="255"/>
          <ac:spMkLst>
            <pc:docMk/>
            <pc:sldMk cId="0" sldId="278"/>
            <ac:spMk id="124" creationId="{00000000-0000-0000-0000-000000000000}"/>
          </ac:spMkLst>
        </pc:spChg>
        <pc:spChg chg="mod">
          <ac:chgData name="מנאל נעמה" userId="4c65399f-e3cd-443d-9c1b-f13baae1d83b" providerId="ADAL" clId="{BA4D9A8B-2A72-45C4-97B8-5C611F9C3620}" dt="2026-01-21T19:04:44.997" v="3077" actId="207"/>
          <ac:spMkLst>
            <pc:docMk/>
            <pc:sldMk cId="0" sldId="278"/>
            <ac:spMk id="125" creationId="{00000000-0000-0000-0000-000000000000}"/>
          </ac:spMkLst>
        </pc:spChg>
        <pc:spChg chg="mod">
          <ac:chgData name="מנאל נעמה" userId="4c65399f-e3cd-443d-9c1b-f13baae1d83b" providerId="ADAL" clId="{BA4D9A8B-2A72-45C4-97B8-5C611F9C3620}" dt="2026-01-21T19:04:45.027" v="3078" actId="207"/>
          <ac:spMkLst>
            <pc:docMk/>
            <pc:sldMk cId="0" sldId="278"/>
            <ac:spMk id="126" creationId="{00000000-0000-0000-0000-000000000000}"/>
          </ac:spMkLst>
        </pc:spChg>
        <pc:spChg chg="mod">
          <ac:chgData name="מנאל נעמה" userId="4c65399f-e3cd-443d-9c1b-f13baae1d83b" providerId="ADAL" clId="{BA4D9A8B-2A72-45C4-97B8-5C611F9C3620}" dt="2026-01-21T10:15:53.974" v="1373" actId="2711"/>
          <ac:spMkLst>
            <pc:docMk/>
            <pc:sldMk cId="0" sldId="278"/>
            <ac:spMk id="129" creationId="{00000000-0000-0000-0000-000000000000}"/>
          </ac:spMkLst>
        </pc:spChg>
        <pc:picChg chg="add mod ord">
          <ac:chgData name="מנאל נעמה" userId="4c65399f-e3cd-443d-9c1b-f13baae1d83b" providerId="ADAL" clId="{BA4D9A8B-2A72-45C4-97B8-5C611F9C3620}" dt="2026-01-24T17:46:06.641" v="3289" actId="34135"/>
          <ac:picMkLst>
            <pc:docMk/>
            <pc:sldMk cId="0" sldId="278"/>
            <ac:picMk id="2" creationId="{D047F7AB-4773-1AB9-560C-0866C9E69918}"/>
          </ac:picMkLst>
        </pc:picChg>
        <pc:picChg chg="add mod">
          <ac:chgData name="מנאל נעמה" userId="4c65399f-e3cd-443d-9c1b-f13baae1d83b" providerId="ADAL" clId="{BA4D9A8B-2A72-45C4-97B8-5C611F9C3620}" dt="2026-01-21T10:09:22.071" v="1302"/>
          <ac:picMkLst>
            <pc:docMk/>
            <pc:sldMk cId="0" sldId="278"/>
            <ac:picMk id="3" creationId="{D50E9654-16C3-DDB1-9A22-1688DAA02015}"/>
          </ac:picMkLst>
        </pc:picChg>
        <pc:picChg chg="add mod ord">
          <ac:chgData name="מנאל נעמה" userId="4c65399f-e3cd-443d-9c1b-f13baae1d83b" providerId="ADAL" clId="{BA4D9A8B-2A72-45C4-97B8-5C611F9C3620}" dt="2026-01-21T19:05:30.833" v="3086" actId="208"/>
          <ac:picMkLst>
            <pc:docMk/>
            <pc:sldMk cId="0" sldId="278"/>
            <ac:picMk id="5" creationId="{58610392-ACB7-7AFA-9731-2CC1C5BA708A}"/>
          </ac:picMkLst>
        </pc:picChg>
        <pc:picChg chg="mod">
          <ac:chgData name="מנאל נעמה" userId="4c65399f-e3cd-443d-9c1b-f13baae1d83b" providerId="ADAL" clId="{BA4D9A8B-2A72-45C4-97B8-5C611F9C3620}" dt="2026-01-21T12:55:26.650" v="2953" actId="1076"/>
          <ac:picMkLst>
            <pc:docMk/>
            <pc:sldMk cId="0" sldId="278"/>
            <ac:picMk id="119" creationId="{00000000-0000-0000-0000-000000000000}"/>
          </ac:picMkLst>
        </pc:picChg>
        <pc:picChg chg="mod">
          <ac:chgData name="מנאל נעמה" userId="4c65399f-e3cd-443d-9c1b-f13baae1d83b" providerId="ADAL" clId="{BA4D9A8B-2A72-45C4-97B8-5C611F9C3620}" dt="2026-01-21T19:04:44.937" v="3075" actId="1076"/>
          <ac:picMkLst>
            <pc:docMk/>
            <pc:sldMk cId="0" sldId="278"/>
            <ac:picMk id="127" creationId="{00000000-0000-0000-0000-000000000000}"/>
          </ac:picMkLst>
        </pc:picChg>
        <pc:picChg chg="mod">
          <ac:chgData name="מנאל נעמה" userId="4c65399f-e3cd-443d-9c1b-f13baae1d83b" providerId="ADAL" clId="{BA4D9A8B-2A72-45C4-97B8-5C611F9C3620}" dt="2026-01-20T17:55:06.573" v="182" actId="1076"/>
          <ac:picMkLst>
            <pc:docMk/>
            <pc:sldMk cId="0" sldId="278"/>
            <ac:picMk id="128" creationId="{00000000-0000-0000-0000-000000000000}"/>
          </ac:picMkLst>
        </pc:picChg>
      </pc:sldChg>
      <pc:sldChg chg="addSp delSp modSp add mod">
        <pc:chgData name="מנאל נעמה" userId="4c65399f-e3cd-443d-9c1b-f13baae1d83b" providerId="ADAL" clId="{BA4D9A8B-2A72-45C4-97B8-5C611F9C3620}" dt="2026-01-24T17:46:28.735" v="3295" actId="34135"/>
        <pc:sldMkLst>
          <pc:docMk/>
          <pc:sldMk cId="0" sldId="280"/>
        </pc:sldMkLst>
        <pc:spChg chg="add mod">
          <ac:chgData name="מנאל נעמה" userId="4c65399f-e3cd-443d-9c1b-f13baae1d83b" providerId="ADAL" clId="{BA4D9A8B-2A72-45C4-97B8-5C611F9C3620}" dt="2026-01-21T12:19:36.589" v="2425" actId="20577"/>
          <ac:spMkLst>
            <pc:docMk/>
            <pc:sldMk cId="0" sldId="280"/>
            <ac:spMk id="7" creationId="{5E08F1CF-B025-6F01-9D56-CD91B4D86506}"/>
          </ac:spMkLst>
        </pc:spChg>
        <pc:spChg chg="mod">
          <ac:chgData name="מנאל נעמה" userId="4c65399f-e3cd-443d-9c1b-f13baae1d83b" providerId="ADAL" clId="{BA4D9A8B-2A72-45C4-97B8-5C611F9C3620}" dt="2026-01-21T12:45:49.319" v="2853" actId="207"/>
          <ac:spMkLst>
            <pc:docMk/>
            <pc:sldMk cId="0" sldId="280"/>
            <ac:spMk id="215" creationId="{00000000-0000-0000-0000-000000000000}"/>
          </ac:spMkLst>
        </pc:spChg>
        <pc:spChg chg="mod">
          <ac:chgData name="מנאל נעמה" userId="4c65399f-e3cd-443d-9c1b-f13baae1d83b" providerId="ADAL" clId="{BA4D9A8B-2A72-45C4-97B8-5C611F9C3620}" dt="2026-01-21T12:44:34.119" v="2846" actId="1076"/>
          <ac:spMkLst>
            <pc:docMk/>
            <pc:sldMk cId="0" sldId="280"/>
            <ac:spMk id="219" creationId="{00000000-0000-0000-0000-000000000000}"/>
          </ac:spMkLst>
        </pc:spChg>
        <pc:spChg chg="mod">
          <ac:chgData name="מנאל נעמה" userId="4c65399f-e3cd-443d-9c1b-f13baae1d83b" providerId="ADAL" clId="{BA4D9A8B-2A72-45C4-97B8-5C611F9C3620}" dt="2026-01-21T12:53:48.881" v="2930" actId="1076"/>
          <ac:spMkLst>
            <pc:docMk/>
            <pc:sldMk cId="0" sldId="280"/>
            <ac:spMk id="220" creationId="{00000000-0000-0000-0000-000000000000}"/>
          </ac:spMkLst>
        </pc:spChg>
        <pc:spChg chg="mod">
          <ac:chgData name="מנאל נעמה" userId="4c65399f-e3cd-443d-9c1b-f13baae1d83b" providerId="ADAL" clId="{BA4D9A8B-2A72-45C4-97B8-5C611F9C3620}" dt="2026-01-21T12:43:44.759" v="2801" actId="207"/>
          <ac:spMkLst>
            <pc:docMk/>
            <pc:sldMk cId="0" sldId="280"/>
            <ac:spMk id="222" creationId="{00000000-0000-0000-0000-000000000000}"/>
          </ac:spMkLst>
        </pc:spChg>
        <pc:spChg chg="mod">
          <ac:chgData name="מנאל נעמה" userId="4c65399f-e3cd-443d-9c1b-f13baae1d83b" providerId="ADAL" clId="{BA4D9A8B-2A72-45C4-97B8-5C611F9C3620}" dt="2026-01-21T12:42:17.890" v="2786" actId="1076"/>
          <ac:spMkLst>
            <pc:docMk/>
            <pc:sldMk cId="0" sldId="280"/>
            <ac:spMk id="223" creationId="{00000000-0000-0000-0000-000000000000}"/>
          </ac:spMkLst>
        </pc:spChg>
        <pc:spChg chg="mod">
          <ac:chgData name="מנאל נעמה" userId="4c65399f-e3cd-443d-9c1b-f13baae1d83b" providerId="ADAL" clId="{BA4D9A8B-2A72-45C4-97B8-5C611F9C3620}" dt="2026-01-21T12:43:47.796" v="2802" actId="207"/>
          <ac:spMkLst>
            <pc:docMk/>
            <pc:sldMk cId="0" sldId="280"/>
            <ac:spMk id="225" creationId="{00000000-0000-0000-0000-000000000000}"/>
          </ac:spMkLst>
        </pc:spChg>
        <pc:spChg chg="mod">
          <ac:chgData name="מנאל נעמה" userId="4c65399f-e3cd-443d-9c1b-f13baae1d83b" providerId="ADAL" clId="{BA4D9A8B-2A72-45C4-97B8-5C611F9C3620}" dt="2026-01-21T12:42:43.727" v="2792" actId="1076"/>
          <ac:spMkLst>
            <pc:docMk/>
            <pc:sldMk cId="0" sldId="280"/>
            <ac:spMk id="226" creationId="{00000000-0000-0000-0000-000000000000}"/>
          </ac:spMkLst>
        </pc:spChg>
        <pc:spChg chg="mod">
          <ac:chgData name="מנאל נעמה" userId="4c65399f-e3cd-443d-9c1b-f13baae1d83b" providerId="ADAL" clId="{BA4D9A8B-2A72-45C4-97B8-5C611F9C3620}" dt="2026-01-21T11:02:12.961" v="1605" actId="207"/>
          <ac:spMkLst>
            <pc:docMk/>
            <pc:sldMk cId="0" sldId="280"/>
            <ac:spMk id="227" creationId="{00000000-0000-0000-0000-000000000000}"/>
          </ac:spMkLst>
        </pc:spChg>
        <pc:picChg chg="add mod ord">
          <ac:chgData name="מנאל נעמה" userId="4c65399f-e3cd-443d-9c1b-f13baae1d83b" providerId="ADAL" clId="{BA4D9A8B-2A72-45C4-97B8-5C611F9C3620}" dt="2026-01-24T17:46:28.735" v="3295" actId="34135"/>
          <ac:picMkLst>
            <pc:docMk/>
            <pc:sldMk cId="0" sldId="280"/>
            <ac:picMk id="3" creationId="{D2E17C01-EF16-4F72-20D9-346C802D559C}"/>
          </ac:picMkLst>
        </pc:picChg>
        <pc:picChg chg="add mod">
          <ac:chgData name="מנאל נעמה" userId="4c65399f-e3cd-443d-9c1b-f13baae1d83b" providerId="ADAL" clId="{BA4D9A8B-2A72-45C4-97B8-5C611F9C3620}" dt="2026-01-21T10:09:30.886" v="1308"/>
          <ac:picMkLst>
            <pc:docMk/>
            <pc:sldMk cId="0" sldId="280"/>
            <ac:picMk id="4" creationId="{067441AB-3D56-3F35-4329-F10E5F4CADA7}"/>
          </ac:picMkLst>
        </pc:picChg>
        <pc:picChg chg="add mod ord">
          <ac:chgData name="מנאל נעמה" userId="4c65399f-e3cd-443d-9c1b-f13baae1d83b" providerId="ADAL" clId="{BA4D9A8B-2A72-45C4-97B8-5C611F9C3620}" dt="2026-01-21T12:53:32.080" v="2928" actId="14100"/>
          <ac:picMkLst>
            <pc:docMk/>
            <pc:sldMk cId="0" sldId="280"/>
            <ac:picMk id="6" creationId="{33494086-E6EC-C2CD-83C3-5F11A4FCA989}"/>
          </ac:picMkLst>
        </pc:picChg>
        <pc:picChg chg="mod">
          <ac:chgData name="מנאל נעמה" userId="4c65399f-e3cd-443d-9c1b-f13baae1d83b" providerId="ADAL" clId="{BA4D9A8B-2A72-45C4-97B8-5C611F9C3620}" dt="2026-01-21T12:44:29.198" v="2845"/>
          <ac:picMkLst>
            <pc:docMk/>
            <pc:sldMk cId="0" sldId="280"/>
            <ac:picMk id="218" creationId="{00000000-0000-0000-0000-000000000000}"/>
          </ac:picMkLst>
        </pc:picChg>
        <pc:picChg chg="mod">
          <ac:chgData name="מנאל נעמה" userId="4c65399f-e3cd-443d-9c1b-f13baae1d83b" providerId="ADAL" clId="{BA4D9A8B-2A72-45C4-97B8-5C611F9C3620}" dt="2026-01-21T12:44:19.931" v="2839"/>
          <ac:picMkLst>
            <pc:docMk/>
            <pc:sldMk cId="0" sldId="280"/>
            <ac:picMk id="221" creationId="{00000000-0000-0000-0000-000000000000}"/>
          </ac:picMkLst>
        </pc:picChg>
        <pc:picChg chg="mod">
          <ac:chgData name="מנאל נעמה" userId="4c65399f-e3cd-443d-9c1b-f13baae1d83b" providerId="ADAL" clId="{BA4D9A8B-2A72-45C4-97B8-5C611F9C3620}" dt="2026-01-21T12:44:11.235" v="2830"/>
          <ac:picMkLst>
            <pc:docMk/>
            <pc:sldMk cId="0" sldId="280"/>
            <ac:picMk id="224" creationId="{00000000-0000-0000-0000-000000000000}"/>
          </ac:picMkLst>
        </pc:picChg>
        <pc:picChg chg="add mod">
          <ac:chgData name="מנאל נעמה" userId="4c65399f-e3cd-443d-9c1b-f13baae1d83b" providerId="ADAL" clId="{BA4D9A8B-2A72-45C4-97B8-5C611F9C3620}" dt="2026-01-21T12:53:04.874" v="2924" actId="1440"/>
          <ac:picMkLst>
            <pc:docMk/>
            <pc:sldMk cId="0" sldId="280"/>
            <ac:picMk id="2054" creationId="{99B5EF73-C23E-A10E-880F-662656E7E844}"/>
          </ac:picMkLst>
        </pc:picChg>
      </pc:sldChg>
      <pc:sldChg chg="addSp delSp modSp add mod modNotesTx">
        <pc:chgData name="מנאל נעמה" userId="4c65399f-e3cd-443d-9c1b-f13baae1d83b" providerId="ADAL" clId="{BA4D9A8B-2A72-45C4-97B8-5C611F9C3620}" dt="2026-01-26T19:58:05.834" v="3319" actId="20577"/>
        <pc:sldMkLst>
          <pc:docMk/>
          <pc:sldMk cId="0" sldId="281"/>
        </pc:sldMkLst>
        <pc:spChg chg="add mod">
          <ac:chgData name="מנאל נעמה" userId="4c65399f-e3cd-443d-9c1b-f13baae1d83b" providerId="ADAL" clId="{BA4D9A8B-2A72-45C4-97B8-5C611F9C3620}" dt="2026-01-21T13:02:13.223" v="2980" actId="207"/>
          <ac:spMkLst>
            <pc:docMk/>
            <pc:sldMk cId="0" sldId="281"/>
            <ac:spMk id="3" creationId="{E5BC50F3-1AD5-3A1B-FA14-749B2DEF6A84}"/>
          </ac:spMkLst>
        </pc:spChg>
        <pc:spChg chg="mod">
          <ac:chgData name="מנאל נעמה" userId="4c65399f-e3cd-443d-9c1b-f13baae1d83b" providerId="ADAL" clId="{BA4D9A8B-2A72-45C4-97B8-5C611F9C3620}" dt="2026-01-24T17:37:15.468" v="3165" actId="1076"/>
          <ac:spMkLst>
            <pc:docMk/>
            <pc:sldMk cId="0" sldId="281"/>
            <ac:spMk id="5" creationId="{DC25887C-4BAB-2B85-CB26-CF4120120047}"/>
          </ac:spMkLst>
        </pc:spChg>
        <pc:spChg chg="add mod ord">
          <ac:chgData name="מנאל נעמה" userId="4c65399f-e3cd-443d-9c1b-f13baae1d83b" providerId="ADAL" clId="{BA4D9A8B-2A72-45C4-97B8-5C611F9C3620}" dt="2026-01-21T13:02:20.481" v="2982" actId="208"/>
          <ac:spMkLst>
            <pc:docMk/>
            <pc:sldMk cId="0" sldId="281"/>
            <ac:spMk id="6" creationId="{43E4BE86-5CFD-3B9F-D58C-6C65A455F459}"/>
          </ac:spMkLst>
        </pc:spChg>
        <pc:spChg chg="add mod ord">
          <ac:chgData name="מנאל נעמה" userId="4c65399f-e3cd-443d-9c1b-f13baae1d83b" providerId="ADAL" clId="{BA4D9A8B-2A72-45C4-97B8-5C611F9C3620}" dt="2026-01-21T13:02:17.864" v="2981" actId="208"/>
          <ac:spMkLst>
            <pc:docMk/>
            <pc:sldMk cId="0" sldId="281"/>
            <ac:spMk id="7" creationId="{46539D27-0CA1-E754-EFA1-FCFAE85EB103}"/>
          </ac:spMkLst>
        </pc:spChg>
        <pc:spChg chg="add mod">
          <ac:chgData name="מנאל נעמה" userId="4c65399f-e3cd-443d-9c1b-f13baae1d83b" providerId="ADAL" clId="{BA4D9A8B-2A72-45C4-97B8-5C611F9C3620}" dt="2026-01-21T12:20:25.637" v="2443" actId="20577"/>
          <ac:spMkLst>
            <pc:docMk/>
            <pc:sldMk cId="0" sldId="281"/>
            <ac:spMk id="8" creationId="{D1328F1C-BA6D-15E6-6412-B57DF3A10643}"/>
          </ac:spMkLst>
        </pc:spChg>
        <pc:spChg chg="add mod">
          <ac:chgData name="מנאל נעמה" userId="4c65399f-e3cd-443d-9c1b-f13baae1d83b" providerId="ADAL" clId="{BA4D9A8B-2A72-45C4-97B8-5C611F9C3620}" dt="2026-01-21T13:02:23.766" v="2983" actId="207"/>
          <ac:spMkLst>
            <pc:docMk/>
            <pc:sldMk cId="0" sldId="281"/>
            <ac:spMk id="10" creationId="{02804D61-F773-781D-7C1A-F702E20BB801}"/>
          </ac:spMkLst>
        </pc:spChg>
        <pc:spChg chg="add mod">
          <ac:chgData name="מנאל נעמה" userId="4c65399f-e3cd-443d-9c1b-f13baae1d83b" providerId="ADAL" clId="{BA4D9A8B-2A72-45C4-97B8-5C611F9C3620}" dt="2026-01-21T13:02:26.415" v="2984" actId="207"/>
          <ac:spMkLst>
            <pc:docMk/>
            <pc:sldMk cId="0" sldId="281"/>
            <ac:spMk id="13" creationId="{D3EB6BC3-95EA-CF01-807E-32727BAD3815}"/>
          </ac:spMkLst>
        </pc:spChg>
        <pc:spChg chg="mod">
          <ac:chgData name="מנאל נעמה" userId="4c65399f-e3cd-443d-9c1b-f13baae1d83b" providerId="ADAL" clId="{BA4D9A8B-2A72-45C4-97B8-5C611F9C3620}" dt="2026-01-21T11:37:42.728" v="2091" actId="113"/>
          <ac:spMkLst>
            <pc:docMk/>
            <pc:sldMk cId="0" sldId="281"/>
            <ac:spMk id="311" creationId="{00000000-0000-0000-0000-000000000000}"/>
          </ac:spMkLst>
        </pc:spChg>
        <pc:spChg chg="mod">
          <ac:chgData name="מנאל נעמה" userId="4c65399f-e3cd-443d-9c1b-f13baae1d83b" providerId="ADAL" clId="{BA4D9A8B-2A72-45C4-97B8-5C611F9C3620}" dt="2026-01-21T11:36:29.634" v="2065" actId="207"/>
          <ac:spMkLst>
            <pc:docMk/>
            <pc:sldMk cId="0" sldId="281"/>
            <ac:spMk id="312" creationId="{00000000-0000-0000-0000-000000000000}"/>
          </ac:spMkLst>
        </pc:spChg>
        <pc:spChg chg="mod">
          <ac:chgData name="מנאל נעמה" userId="4c65399f-e3cd-443d-9c1b-f13baae1d83b" providerId="ADAL" clId="{BA4D9A8B-2A72-45C4-97B8-5C611F9C3620}" dt="2026-01-21T11:37:45.289" v="2092" actId="113"/>
          <ac:spMkLst>
            <pc:docMk/>
            <pc:sldMk cId="0" sldId="281"/>
            <ac:spMk id="315" creationId="{00000000-0000-0000-0000-000000000000}"/>
          </ac:spMkLst>
        </pc:spChg>
        <pc:spChg chg="mod">
          <ac:chgData name="מנאל נעמה" userId="4c65399f-e3cd-443d-9c1b-f13baae1d83b" providerId="ADAL" clId="{BA4D9A8B-2A72-45C4-97B8-5C611F9C3620}" dt="2026-01-21T11:36:26.449" v="2064" actId="207"/>
          <ac:spMkLst>
            <pc:docMk/>
            <pc:sldMk cId="0" sldId="281"/>
            <ac:spMk id="316" creationId="{00000000-0000-0000-0000-000000000000}"/>
          </ac:spMkLst>
        </pc:spChg>
        <pc:spChg chg="mod">
          <ac:chgData name="מנאל נעמה" userId="4c65399f-e3cd-443d-9c1b-f13baae1d83b" providerId="ADAL" clId="{BA4D9A8B-2A72-45C4-97B8-5C611F9C3620}" dt="2026-01-21T11:37:48.687" v="2093" actId="113"/>
          <ac:spMkLst>
            <pc:docMk/>
            <pc:sldMk cId="0" sldId="281"/>
            <ac:spMk id="319" creationId="{00000000-0000-0000-0000-000000000000}"/>
          </ac:spMkLst>
        </pc:spChg>
        <pc:spChg chg="mod">
          <ac:chgData name="מנאל נעמה" userId="4c65399f-e3cd-443d-9c1b-f13baae1d83b" providerId="ADAL" clId="{BA4D9A8B-2A72-45C4-97B8-5C611F9C3620}" dt="2026-01-21T11:36:21.976" v="2062" actId="207"/>
          <ac:spMkLst>
            <pc:docMk/>
            <pc:sldMk cId="0" sldId="281"/>
            <ac:spMk id="320" creationId="{00000000-0000-0000-0000-000000000000}"/>
          </ac:spMkLst>
        </pc:spChg>
        <pc:spChg chg="mod">
          <ac:chgData name="מנאל נעמה" userId="4c65399f-e3cd-443d-9c1b-f13baae1d83b" providerId="ADAL" clId="{BA4D9A8B-2A72-45C4-97B8-5C611F9C3620}" dt="2026-01-21T12:25:46.740" v="2539" actId="207"/>
          <ac:spMkLst>
            <pc:docMk/>
            <pc:sldMk cId="0" sldId="281"/>
            <ac:spMk id="324" creationId="{00000000-0000-0000-0000-000000000000}"/>
          </ac:spMkLst>
        </pc:spChg>
        <pc:spChg chg="mod">
          <ac:chgData name="מנאל נעמה" userId="4c65399f-e3cd-443d-9c1b-f13baae1d83b" providerId="ADAL" clId="{BA4D9A8B-2A72-45C4-97B8-5C611F9C3620}" dt="2026-01-21T11:33:44.787" v="2023" actId="255"/>
          <ac:spMkLst>
            <pc:docMk/>
            <pc:sldMk cId="0" sldId="281"/>
            <ac:spMk id="325" creationId="{00000000-0000-0000-0000-000000000000}"/>
          </ac:spMkLst>
        </pc:spChg>
        <pc:picChg chg="add mod ord">
          <ac:chgData name="מנאל נעמה" userId="4c65399f-e3cd-443d-9c1b-f13baae1d83b" providerId="ADAL" clId="{BA4D9A8B-2A72-45C4-97B8-5C611F9C3620}" dt="2026-01-24T17:46:51.904" v="3300" actId="34135"/>
          <ac:picMkLst>
            <pc:docMk/>
            <pc:sldMk cId="0" sldId="281"/>
            <ac:picMk id="2" creationId="{DD4ADBC9-505A-4D0A-929B-0DA51AAC04B5}"/>
          </ac:picMkLst>
        </pc:picChg>
        <pc:picChg chg="add mod">
          <ac:chgData name="מנאל נעמה" userId="4c65399f-e3cd-443d-9c1b-f13baae1d83b" providerId="ADAL" clId="{BA4D9A8B-2A72-45C4-97B8-5C611F9C3620}" dt="2026-01-21T10:09:37.368" v="1313"/>
          <ac:picMkLst>
            <pc:docMk/>
            <pc:sldMk cId="0" sldId="281"/>
            <ac:picMk id="4" creationId="{CFED13C3-25F4-FD41-410C-1C7DA674C4FF}"/>
          </ac:picMkLst>
        </pc:picChg>
        <pc:picChg chg="mod">
          <ac:chgData name="מנאל נעמה" userId="4c65399f-e3cd-443d-9c1b-f13baae1d83b" providerId="ADAL" clId="{BA4D9A8B-2A72-45C4-97B8-5C611F9C3620}" dt="2026-01-21T11:35:21.670" v="2045" actId="1076"/>
          <ac:picMkLst>
            <pc:docMk/>
            <pc:sldMk cId="0" sldId="281"/>
            <ac:picMk id="310" creationId="{00000000-0000-0000-0000-000000000000}"/>
          </ac:picMkLst>
        </pc:picChg>
        <pc:picChg chg="mod">
          <ac:chgData name="מנאל נעמה" userId="4c65399f-e3cd-443d-9c1b-f13baae1d83b" providerId="ADAL" clId="{BA4D9A8B-2A72-45C4-97B8-5C611F9C3620}" dt="2026-01-21T11:35:38.841" v="2050" actId="1076"/>
          <ac:picMkLst>
            <pc:docMk/>
            <pc:sldMk cId="0" sldId="281"/>
            <ac:picMk id="314" creationId="{00000000-0000-0000-0000-000000000000}"/>
          </ac:picMkLst>
        </pc:picChg>
        <pc:picChg chg="mod">
          <ac:chgData name="מנאל נעמה" userId="4c65399f-e3cd-443d-9c1b-f13baae1d83b" providerId="ADAL" clId="{BA4D9A8B-2A72-45C4-97B8-5C611F9C3620}" dt="2026-01-21T11:35:38.841" v="2050" actId="1076"/>
          <ac:picMkLst>
            <pc:docMk/>
            <pc:sldMk cId="0" sldId="281"/>
            <ac:picMk id="318" creationId="{00000000-0000-0000-0000-000000000000}"/>
          </ac:picMkLst>
        </pc:picChg>
        <pc:picChg chg="mod">
          <ac:chgData name="מנאל נעמה" userId="4c65399f-e3cd-443d-9c1b-f13baae1d83b" providerId="ADAL" clId="{BA4D9A8B-2A72-45C4-97B8-5C611F9C3620}" dt="2026-01-21T11:35:21.670" v="2045" actId="1076"/>
          <ac:picMkLst>
            <pc:docMk/>
            <pc:sldMk cId="0" sldId="281"/>
            <ac:picMk id="321" creationId="{00000000-0000-0000-0000-000000000000}"/>
          </ac:picMkLst>
        </pc:picChg>
        <pc:picChg chg="mod">
          <ac:chgData name="מנאל נעמה" userId="4c65399f-e3cd-443d-9c1b-f13baae1d83b" providerId="ADAL" clId="{BA4D9A8B-2A72-45C4-97B8-5C611F9C3620}" dt="2026-01-21T11:35:38.841" v="2050" actId="1076"/>
          <ac:picMkLst>
            <pc:docMk/>
            <pc:sldMk cId="0" sldId="281"/>
            <ac:picMk id="322" creationId="{00000000-0000-0000-0000-000000000000}"/>
          </ac:picMkLst>
        </pc:picChg>
        <pc:picChg chg="mod">
          <ac:chgData name="מנאל נעמה" userId="4c65399f-e3cd-443d-9c1b-f13baae1d83b" providerId="ADAL" clId="{BA4D9A8B-2A72-45C4-97B8-5C611F9C3620}" dt="2026-01-21T11:35:38.841" v="2050" actId="1076"/>
          <ac:picMkLst>
            <pc:docMk/>
            <pc:sldMk cId="0" sldId="281"/>
            <ac:picMk id="323" creationId="{00000000-0000-0000-0000-000000000000}"/>
          </ac:picMkLst>
        </pc:picChg>
      </pc:sldChg>
      <pc:sldChg chg="addSp delSp modSp add del mod modNotesTx">
        <pc:chgData name="מנאל נעמה" userId="4c65399f-e3cd-443d-9c1b-f13baae1d83b" providerId="ADAL" clId="{BA4D9A8B-2A72-45C4-97B8-5C611F9C3620}" dt="2026-01-26T19:58:02.641" v="3318" actId="20577"/>
        <pc:sldMkLst>
          <pc:docMk/>
          <pc:sldMk cId="0" sldId="282"/>
        </pc:sldMkLst>
        <pc:spChg chg="add mod">
          <ac:chgData name="מנאל נעמה" userId="4c65399f-e3cd-443d-9c1b-f13baae1d83b" providerId="ADAL" clId="{BA4D9A8B-2A72-45C4-97B8-5C611F9C3620}" dt="2026-01-24T17:42:25.255" v="3195"/>
          <ac:spMkLst>
            <pc:docMk/>
            <pc:sldMk cId="0" sldId="282"/>
            <ac:spMk id="2" creationId="{292C8B01-44E5-B26C-88B3-783F0C795DD5}"/>
          </ac:spMkLst>
        </pc:spChg>
        <pc:spChg chg="add mod">
          <ac:chgData name="מנאל נעמה" userId="4c65399f-e3cd-443d-9c1b-f13baae1d83b" providerId="ADAL" clId="{BA4D9A8B-2A72-45C4-97B8-5C611F9C3620}" dt="2026-01-21T12:20:20.951" v="2439" actId="20577"/>
          <ac:spMkLst>
            <pc:docMk/>
            <pc:sldMk cId="0" sldId="282"/>
            <ac:spMk id="5" creationId="{117F5C1F-AC0B-0DC1-5252-C1D0BA9D9243}"/>
          </ac:spMkLst>
        </pc:spChg>
        <pc:spChg chg="add mod">
          <ac:chgData name="מנאל נעמה" userId="4c65399f-e3cd-443d-9c1b-f13baae1d83b" providerId="ADAL" clId="{BA4D9A8B-2A72-45C4-97B8-5C611F9C3620}" dt="2026-01-24T17:43:01.959" v="3229" actId="20577"/>
          <ac:spMkLst>
            <pc:docMk/>
            <pc:sldMk cId="0" sldId="282"/>
            <ac:spMk id="12" creationId="{0ACD870A-D4A0-882A-2047-E2119EFBD0EC}"/>
          </ac:spMkLst>
        </pc:spChg>
        <pc:spChg chg="mod">
          <ac:chgData name="מנאל נעמה" userId="4c65399f-e3cd-443d-9c1b-f13baae1d83b" providerId="ADAL" clId="{BA4D9A8B-2A72-45C4-97B8-5C611F9C3620}" dt="2026-01-21T12:24:57.876" v="2528" actId="207"/>
          <ac:spMkLst>
            <pc:docMk/>
            <pc:sldMk cId="0" sldId="282"/>
            <ac:spMk id="90" creationId="{00000000-0000-0000-0000-000000000000}"/>
          </ac:spMkLst>
        </pc:spChg>
        <pc:spChg chg="mod">
          <ac:chgData name="מנאל נעמה" userId="4c65399f-e3cd-443d-9c1b-f13baae1d83b" providerId="ADAL" clId="{BA4D9A8B-2A72-45C4-97B8-5C611F9C3620}" dt="2026-01-21T12:23:18.345" v="2491" actId="1076"/>
          <ac:spMkLst>
            <pc:docMk/>
            <pc:sldMk cId="0" sldId="282"/>
            <ac:spMk id="93" creationId="{00000000-0000-0000-0000-000000000000}"/>
          </ac:spMkLst>
        </pc:spChg>
        <pc:spChg chg="mod">
          <ac:chgData name="מנאל נעמה" userId="4c65399f-e3cd-443d-9c1b-f13baae1d83b" providerId="ADAL" clId="{BA4D9A8B-2A72-45C4-97B8-5C611F9C3620}" dt="2026-01-21T12:24:53.929" v="2527" actId="207"/>
          <ac:spMkLst>
            <pc:docMk/>
            <pc:sldMk cId="0" sldId="282"/>
            <ac:spMk id="95" creationId="{00000000-0000-0000-0000-000000000000}"/>
          </ac:spMkLst>
        </pc:spChg>
        <pc:spChg chg="mod">
          <ac:chgData name="מנאל נעמה" userId="4c65399f-e3cd-443d-9c1b-f13baae1d83b" providerId="ADAL" clId="{BA4D9A8B-2A72-45C4-97B8-5C611F9C3620}" dt="2026-01-21T12:24:06.703" v="2507" actId="1076"/>
          <ac:spMkLst>
            <pc:docMk/>
            <pc:sldMk cId="0" sldId="282"/>
            <ac:spMk id="96" creationId="{00000000-0000-0000-0000-000000000000}"/>
          </ac:spMkLst>
        </pc:spChg>
        <pc:spChg chg="mod">
          <ac:chgData name="מנאל נעמה" userId="4c65399f-e3cd-443d-9c1b-f13baae1d83b" providerId="ADAL" clId="{BA4D9A8B-2A72-45C4-97B8-5C611F9C3620}" dt="2026-01-21T12:24:46.937" v="2525" actId="207"/>
          <ac:spMkLst>
            <pc:docMk/>
            <pc:sldMk cId="0" sldId="282"/>
            <ac:spMk id="100" creationId="{00000000-0000-0000-0000-000000000000}"/>
          </ac:spMkLst>
        </pc:spChg>
        <pc:spChg chg="mod">
          <ac:chgData name="מנאל נעמה" userId="4c65399f-e3cd-443d-9c1b-f13baae1d83b" providerId="ADAL" clId="{BA4D9A8B-2A72-45C4-97B8-5C611F9C3620}" dt="2026-01-21T12:23:45.644" v="2498" actId="1076"/>
          <ac:spMkLst>
            <pc:docMk/>
            <pc:sldMk cId="0" sldId="282"/>
            <ac:spMk id="101" creationId="{00000000-0000-0000-0000-000000000000}"/>
          </ac:spMkLst>
        </pc:spChg>
        <pc:spChg chg="mod">
          <ac:chgData name="מנאל נעמה" userId="4c65399f-e3cd-443d-9c1b-f13baae1d83b" providerId="ADAL" clId="{BA4D9A8B-2A72-45C4-97B8-5C611F9C3620}" dt="2026-01-21T12:24:50.248" v="2526" actId="207"/>
          <ac:spMkLst>
            <pc:docMk/>
            <pc:sldMk cId="0" sldId="282"/>
            <ac:spMk id="105" creationId="{00000000-0000-0000-0000-000000000000}"/>
          </ac:spMkLst>
        </pc:spChg>
        <pc:spChg chg="mod">
          <ac:chgData name="מנאל נעמה" userId="4c65399f-e3cd-443d-9c1b-f13baae1d83b" providerId="ADAL" clId="{BA4D9A8B-2A72-45C4-97B8-5C611F9C3620}" dt="2026-01-21T12:24:32.677" v="2514" actId="1076"/>
          <ac:spMkLst>
            <pc:docMk/>
            <pc:sldMk cId="0" sldId="282"/>
            <ac:spMk id="106" creationId="{00000000-0000-0000-0000-000000000000}"/>
          </ac:spMkLst>
        </pc:spChg>
        <pc:spChg chg="mod">
          <ac:chgData name="מנאל נעמה" userId="4c65399f-e3cd-443d-9c1b-f13baae1d83b" providerId="ADAL" clId="{BA4D9A8B-2A72-45C4-97B8-5C611F9C3620}" dt="2026-01-21T12:10:06.232" v="2278" actId="255"/>
          <ac:spMkLst>
            <pc:docMk/>
            <pc:sldMk cId="0" sldId="282"/>
            <ac:spMk id="110" creationId="{00000000-0000-0000-0000-000000000000}"/>
          </ac:spMkLst>
        </pc:spChg>
        <pc:spChg chg="add del mod">
          <ac:chgData name="מנאל נעמה" userId="4c65399f-e3cd-443d-9c1b-f13baae1d83b" providerId="ADAL" clId="{BA4D9A8B-2A72-45C4-97B8-5C611F9C3620}" dt="2026-01-21T12:09:37.075" v="2265" actId="404"/>
          <ac:spMkLst>
            <pc:docMk/>
            <pc:sldMk cId="0" sldId="282"/>
            <ac:spMk id="111" creationId="{00000000-0000-0000-0000-000000000000}"/>
          </ac:spMkLst>
        </pc:spChg>
        <pc:spChg chg="add del mod">
          <ac:chgData name="מנאל נעמה" userId="4c65399f-e3cd-443d-9c1b-f13baae1d83b" providerId="ADAL" clId="{BA4D9A8B-2A72-45C4-97B8-5C611F9C3620}" dt="2026-01-21T12:10:06.232" v="2278" actId="255"/>
          <ac:spMkLst>
            <pc:docMk/>
            <pc:sldMk cId="0" sldId="282"/>
            <ac:spMk id="112" creationId="{00000000-0000-0000-0000-000000000000}"/>
          </ac:spMkLst>
        </pc:spChg>
        <pc:spChg chg="mod">
          <ac:chgData name="מנאל נעמה" userId="4c65399f-e3cd-443d-9c1b-f13baae1d83b" providerId="ADAL" clId="{BA4D9A8B-2A72-45C4-97B8-5C611F9C3620}" dt="2026-01-21T12:10:06.232" v="2278" actId="255"/>
          <ac:spMkLst>
            <pc:docMk/>
            <pc:sldMk cId="0" sldId="282"/>
            <ac:spMk id="114" creationId="{00000000-0000-0000-0000-000000000000}"/>
          </ac:spMkLst>
        </pc:spChg>
        <pc:spChg chg="mod">
          <ac:chgData name="מנאל נעמה" userId="4c65399f-e3cd-443d-9c1b-f13baae1d83b" providerId="ADAL" clId="{BA4D9A8B-2A72-45C4-97B8-5C611F9C3620}" dt="2026-01-21T12:10:06.232" v="2278" actId="255"/>
          <ac:spMkLst>
            <pc:docMk/>
            <pc:sldMk cId="0" sldId="282"/>
            <ac:spMk id="115" creationId="{00000000-0000-0000-0000-000000000000}"/>
          </ac:spMkLst>
        </pc:spChg>
        <pc:spChg chg="mod">
          <ac:chgData name="מנאל נעמה" userId="4c65399f-e3cd-443d-9c1b-f13baae1d83b" providerId="ADAL" clId="{BA4D9A8B-2A72-45C4-97B8-5C611F9C3620}" dt="2026-01-21T12:10:06.232" v="2278" actId="255"/>
          <ac:spMkLst>
            <pc:docMk/>
            <pc:sldMk cId="0" sldId="282"/>
            <ac:spMk id="116" creationId="{00000000-0000-0000-0000-000000000000}"/>
          </ac:spMkLst>
        </pc:spChg>
        <pc:picChg chg="add mod ord">
          <ac:chgData name="מנאל נעמה" userId="4c65399f-e3cd-443d-9c1b-f13baae1d83b" providerId="ADAL" clId="{BA4D9A8B-2A72-45C4-97B8-5C611F9C3620}" dt="2026-01-24T17:46:47.774" v="3299" actId="34135"/>
          <ac:picMkLst>
            <pc:docMk/>
            <pc:sldMk cId="0" sldId="282"/>
            <ac:picMk id="3" creationId="{55A6F26F-88BD-AF99-3E8B-56A0F0D7AE22}"/>
          </ac:picMkLst>
        </pc:picChg>
        <pc:picChg chg="add mod">
          <ac:chgData name="מנאל נעמה" userId="4c65399f-e3cd-443d-9c1b-f13baae1d83b" providerId="ADAL" clId="{BA4D9A8B-2A72-45C4-97B8-5C611F9C3620}" dt="2026-01-21T10:09:35.574" v="1312"/>
          <ac:picMkLst>
            <pc:docMk/>
            <pc:sldMk cId="0" sldId="282"/>
            <ac:picMk id="4" creationId="{7D2DE48B-4BAD-13F9-57E4-4A2822D2C6CA}"/>
          </ac:picMkLst>
        </pc:picChg>
        <pc:picChg chg="add mod ord">
          <ac:chgData name="מנאל נעמה" userId="4c65399f-e3cd-443d-9c1b-f13baae1d83b" providerId="ADAL" clId="{BA4D9A8B-2A72-45C4-97B8-5C611F9C3620}" dt="2026-01-21T12:32:48.616" v="2636" actId="167"/>
          <ac:picMkLst>
            <pc:docMk/>
            <pc:sldMk cId="0" sldId="282"/>
            <ac:picMk id="6" creationId="{ED276D74-24C2-1EA0-4224-C8682584B030}"/>
          </ac:picMkLst>
        </pc:picChg>
        <pc:picChg chg="add mod ord">
          <ac:chgData name="מנאל נעמה" userId="4c65399f-e3cd-443d-9c1b-f13baae1d83b" providerId="ADAL" clId="{BA4D9A8B-2A72-45C4-97B8-5C611F9C3620}" dt="2026-01-21T12:33:32.912" v="2656" actId="167"/>
          <ac:picMkLst>
            <pc:docMk/>
            <pc:sldMk cId="0" sldId="282"/>
            <ac:picMk id="9" creationId="{6255DBD1-8393-9CFD-F822-FEBD715E2DC8}"/>
          </ac:picMkLst>
        </pc:picChg>
        <pc:picChg chg="add mod ord">
          <ac:chgData name="מנאל נעמה" userId="4c65399f-e3cd-443d-9c1b-f13baae1d83b" providerId="ADAL" clId="{BA4D9A8B-2A72-45C4-97B8-5C611F9C3620}" dt="2026-01-21T12:33:28.872" v="2654" actId="167"/>
          <ac:picMkLst>
            <pc:docMk/>
            <pc:sldMk cId="0" sldId="282"/>
            <ac:picMk id="10" creationId="{CFCD8CB9-C080-5836-5353-7EEC9C99BE9B}"/>
          </ac:picMkLst>
        </pc:picChg>
        <pc:picChg chg="add mod ord">
          <ac:chgData name="מנאל נעמה" userId="4c65399f-e3cd-443d-9c1b-f13baae1d83b" providerId="ADAL" clId="{BA4D9A8B-2A72-45C4-97B8-5C611F9C3620}" dt="2026-01-21T12:33:30.941" v="2655" actId="167"/>
          <ac:picMkLst>
            <pc:docMk/>
            <pc:sldMk cId="0" sldId="282"/>
            <ac:picMk id="11" creationId="{E407DA50-897B-CE11-AB6D-061C84AA5922}"/>
          </ac:picMkLst>
        </pc:picChg>
        <pc:picChg chg="mod">
          <ac:chgData name="מנאל נעמה" userId="4c65399f-e3cd-443d-9c1b-f13baae1d83b" providerId="ADAL" clId="{BA4D9A8B-2A72-45C4-97B8-5C611F9C3620}" dt="2026-01-21T12:33:10.663" v="2647" actId="1076"/>
          <ac:picMkLst>
            <pc:docMk/>
            <pc:sldMk cId="0" sldId="282"/>
            <ac:picMk id="85" creationId="{00000000-0000-0000-0000-000000000000}"/>
          </ac:picMkLst>
        </pc:picChg>
        <pc:picChg chg="mod">
          <ac:chgData name="מנאל נעמה" userId="4c65399f-e3cd-443d-9c1b-f13baae1d83b" providerId="ADAL" clId="{BA4D9A8B-2A72-45C4-97B8-5C611F9C3620}" dt="2026-01-21T12:09:35.374" v="2260" actId="1076"/>
          <ac:picMkLst>
            <pc:docMk/>
            <pc:sldMk cId="0" sldId="282"/>
            <ac:picMk id="89" creationId="{00000000-0000-0000-0000-000000000000}"/>
          </ac:picMkLst>
        </pc:picChg>
        <pc:picChg chg="mod">
          <ac:chgData name="מנאל נעמה" userId="4c65399f-e3cd-443d-9c1b-f13baae1d83b" providerId="ADAL" clId="{BA4D9A8B-2A72-45C4-97B8-5C611F9C3620}" dt="2026-01-21T12:09:35.374" v="2260" actId="1076"/>
          <ac:picMkLst>
            <pc:docMk/>
            <pc:sldMk cId="0" sldId="282"/>
            <ac:picMk id="109" creationId="{00000000-0000-0000-0000-000000000000}"/>
          </ac:picMkLst>
        </pc:picChg>
      </pc:sldChg>
      <pc:sldMasterChg chg="addSldLayout delSldLayout">
        <pc:chgData name="מנאל נעמה" userId="4c65399f-e3cd-443d-9c1b-f13baae1d83b" providerId="ADAL" clId="{BA4D9A8B-2A72-45C4-97B8-5C611F9C3620}" dt="2026-01-20T17:58:47.940" v="208" actId="2696"/>
        <pc:sldMasterMkLst>
          <pc:docMk/>
          <pc:sldMasterMk cId="0" sldId="2147483659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5" name="Google Shape;14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 rtl="0">
              <a:buNone/>
            </a:pPr>
            <a:endParaRPr dirty="0"/>
          </a:p>
        </p:txBody>
      </p:sp>
      <p:sp>
        <p:nvSpPr>
          <p:cNvPr id="185" name="Google Shape;18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6" name="Google Shape;18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0" name="Google Shape;27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07" name="Google Shape;30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10" name="Google Shape;31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91" name="Google Shape;29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30" name="Google Shape;33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11" Type="http://schemas.openxmlformats.org/officeDocument/2006/relationships/image" Target="../media/image2.png"/><Relationship Id="rId5" Type="http://schemas.openxmlformats.org/officeDocument/2006/relationships/image" Target="../media/image9.png"/><Relationship Id="rId10" Type="http://schemas.microsoft.com/office/2007/relationships/hdphoto" Target="../media/hdphoto3.wdp"/><Relationship Id="rId4" Type="http://schemas.openxmlformats.org/officeDocument/2006/relationships/image" Target="../media/image8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5" Type="http://schemas.openxmlformats.org/officeDocument/2006/relationships/image" Target="../media/image2.png"/><Relationship Id="rId10" Type="http://schemas.openxmlformats.org/officeDocument/2006/relationships/image" Target="../media/image25.png"/><Relationship Id="rId4" Type="http://schemas.openxmlformats.org/officeDocument/2006/relationships/image" Target="../media/image12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hdphoto" Target="../media/hdphoto5.wdp"/><Relationship Id="rId3" Type="http://schemas.openxmlformats.org/officeDocument/2006/relationships/image" Target="../media/image1.png"/><Relationship Id="rId7" Type="http://schemas.openxmlformats.org/officeDocument/2006/relationships/image" Target="../media/image37.png"/><Relationship Id="rId12" Type="http://schemas.openxmlformats.org/officeDocument/2006/relationships/image" Target="../media/image3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microsoft.com/office/2007/relationships/hdphoto" Target="../media/hdphoto4.wdp"/><Relationship Id="rId11" Type="http://schemas.openxmlformats.org/officeDocument/2006/relationships/image" Target="../media/image2.png"/><Relationship Id="rId5" Type="http://schemas.openxmlformats.org/officeDocument/2006/relationships/image" Target="../media/image36.png"/><Relationship Id="rId10" Type="http://schemas.microsoft.com/office/2007/relationships/hdphoto" Target="../media/hdphoto6.wdp"/><Relationship Id="rId4" Type="http://schemas.openxmlformats.org/officeDocument/2006/relationships/image" Target="../media/image34.png"/><Relationship Id="rId9" Type="http://schemas.openxmlformats.org/officeDocument/2006/relationships/image" Target="../media/image3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2.png"/><Relationship Id="rId3" Type="http://schemas.openxmlformats.org/officeDocument/2006/relationships/image" Target="../media/image1.png"/><Relationship Id="rId7" Type="http://schemas.openxmlformats.org/officeDocument/2006/relationships/image" Target="../media/image43.png"/><Relationship Id="rId12" Type="http://schemas.openxmlformats.org/officeDocument/2006/relationships/image" Target="../media/image4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1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10" Type="http://schemas.openxmlformats.org/officeDocument/2006/relationships/image" Target="../media/image2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13" Type="http://schemas.openxmlformats.org/officeDocument/2006/relationships/image" Target="../media/image64.png"/><Relationship Id="rId3" Type="http://schemas.openxmlformats.org/officeDocument/2006/relationships/image" Target="../media/image1.png"/><Relationship Id="rId7" Type="http://schemas.openxmlformats.org/officeDocument/2006/relationships/image" Target="../media/image58.png"/><Relationship Id="rId12" Type="http://schemas.openxmlformats.org/officeDocument/2006/relationships/image" Target="../media/image63.png"/><Relationship Id="rId17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6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11" Type="http://schemas.openxmlformats.org/officeDocument/2006/relationships/image" Target="../media/image62.png"/><Relationship Id="rId5" Type="http://schemas.openxmlformats.org/officeDocument/2006/relationships/image" Target="../media/image56.png"/><Relationship Id="rId15" Type="http://schemas.openxmlformats.org/officeDocument/2006/relationships/image" Target="../media/image66.png"/><Relationship Id="rId10" Type="http://schemas.openxmlformats.org/officeDocument/2006/relationships/image" Target="../media/image61.png"/><Relationship Id="rId4" Type="http://schemas.openxmlformats.org/officeDocument/2006/relationships/image" Target="../media/image55.png"/><Relationship Id="rId9" Type="http://schemas.openxmlformats.org/officeDocument/2006/relationships/image" Target="../media/image60.png"/><Relationship Id="rId14" Type="http://schemas.openxmlformats.org/officeDocument/2006/relationships/image" Target="../media/image6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1.png"/><Relationship Id="rId7" Type="http://schemas.openxmlformats.org/officeDocument/2006/relationships/image" Target="../media/image7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10" Type="http://schemas.openxmlformats.org/officeDocument/2006/relationships/image" Target="../media/image2.png"/><Relationship Id="rId4" Type="http://schemas.openxmlformats.org/officeDocument/2006/relationships/image" Target="../media/image68.png"/><Relationship Id="rId9" Type="http://schemas.openxmlformats.org/officeDocument/2006/relationships/image" Target="../media/image7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74.png"/><Relationship Id="rId4" Type="http://schemas.openxmlformats.org/officeDocument/2006/relationships/image" Target="../media/image5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openxmlformats.org/officeDocument/2006/relationships/image" Target="../media/image1.png"/><Relationship Id="rId7" Type="http://schemas.microsoft.com/office/2007/relationships/hdphoto" Target="../media/hdphoto7.wdp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10" Type="http://schemas.openxmlformats.org/officeDocument/2006/relationships/image" Target="../media/image2.png"/><Relationship Id="rId4" Type="http://schemas.openxmlformats.org/officeDocument/2006/relationships/image" Target="../media/image75.png"/><Relationship Id="rId9" Type="http://schemas.microsoft.com/office/2007/relationships/hdphoto" Target="../media/hdphoto8.wdp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3" Type="http://schemas.openxmlformats.org/officeDocument/2006/relationships/image" Target="../media/image1.png"/><Relationship Id="rId7" Type="http://schemas.openxmlformats.org/officeDocument/2006/relationships/image" Target="../media/image8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55.png"/><Relationship Id="rId9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37652" y="-88490"/>
            <a:ext cx="12496800" cy="694649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226143" y="0"/>
            <a:ext cx="12673781" cy="50601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295275" y="1694652"/>
            <a:ext cx="11601450" cy="710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 dirty="0">
                <a:solidFill>
                  <a:srgbClr val="0F172A"/>
                </a:solidFill>
                <a:latin typeface="Outfit "/>
                <a:ea typeface="Outfit ExtraBold"/>
                <a:cs typeface="Outfit ExtraBold"/>
                <a:sym typeface="Outfit ExtraBold"/>
              </a:rPr>
              <a:t>Modeling Citation</a:t>
            </a:r>
            <a:r>
              <a:rPr lang="en-US" sz="4200" b="1" dirty="0">
                <a:solidFill>
                  <a:schemeClr val="dk1"/>
                </a:solidFill>
                <a:latin typeface="Outfit "/>
                <a:ea typeface="Calibri"/>
                <a:cs typeface="Calibri"/>
                <a:sym typeface="Calibri"/>
              </a:rPr>
              <a:t> </a:t>
            </a:r>
            <a:r>
              <a:rPr lang="en-US" sz="4200" b="1" i="0" u="none" strike="noStrike" cap="none" dirty="0">
                <a:solidFill>
                  <a:srgbClr val="0F172A"/>
                </a:solidFill>
                <a:latin typeface="Outfit "/>
                <a:ea typeface="Outfit ExtraBold"/>
                <a:cs typeface="Outfit ExtraBold"/>
                <a:sym typeface="Outfit ExtraBold"/>
              </a:rPr>
              <a:t>Trustworthiness</a:t>
            </a:r>
            <a:endParaRPr sz="4200" b="1" dirty="0">
              <a:latin typeface="Outfit 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586247" y="2356859"/>
            <a:ext cx="11049000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 dirty="0">
                <a:solidFill>
                  <a:schemeClr val="tx1"/>
                </a:solidFill>
                <a:latin typeface="Outfit "/>
                <a:ea typeface="Plus Jakarta Sans Light"/>
                <a:cs typeface="Plus Jakarta Sans Light"/>
                <a:sym typeface="Plus Jakarta Sans Light"/>
              </a:rPr>
              <a:t>In Evolving Scholarly Networks</a:t>
            </a:r>
            <a:endParaRPr sz="4200" b="1" dirty="0">
              <a:solidFill>
                <a:schemeClr val="tx1"/>
              </a:solidFill>
              <a:latin typeface="Outfit 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3200085" y="4874284"/>
            <a:ext cx="215511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1E293B"/>
                </a:solidFill>
                <a:latin typeface="Inter" panose="020B0604020202020204" charset="0"/>
                <a:ea typeface="Inter" panose="020B0604020202020204" charset="0"/>
                <a:cs typeface="Outfit"/>
                <a:sym typeface="Outfit"/>
              </a:rPr>
              <a:t>Fatma Dabbah</a:t>
            </a:r>
            <a:endParaRPr sz="2000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3067204" y="5089728"/>
            <a:ext cx="2052488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64748B"/>
                </a:solidFill>
                <a:latin typeface="Inter" panose="020B0604020202020204" charset="0"/>
                <a:ea typeface="Inter" panose="020B0604020202020204" charset="0"/>
                <a:cs typeface="Plus Jakarta Sans"/>
                <a:sym typeface="Plus Jakarta Sans"/>
              </a:rPr>
              <a:t>213675549</a:t>
            </a:r>
            <a:endParaRPr sz="2000" b="1" dirty="0">
              <a:solidFill>
                <a:srgbClr val="64748B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3633628" y="5582171"/>
            <a:ext cx="178271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1E293B"/>
                </a:solidFill>
                <a:latin typeface="Inter" panose="020B0604020202020204" charset="0"/>
                <a:ea typeface="Inter" panose="020B0604020202020204" charset="0"/>
                <a:cs typeface="Outfit"/>
                <a:sym typeface="Outfit"/>
              </a:rPr>
              <a:t>Manal Nama</a:t>
            </a:r>
            <a:endParaRPr sz="2000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3067204" y="5816328"/>
            <a:ext cx="2052488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64748B"/>
                </a:solidFill>
                <a:latin typeface="Inter" panose="020B0604020202020204" charset="0"/>
                <a:ea typeface="Inter" panose="020B0604020202020204" charset="0"/>
                <a:cs typeface="Plus Jakarta Sans"/>
                <a:sym typeface="Plus Jakarta Sans"/>
              </a:rPr>
              <a:t>325393999</a:t>
            </a:r>
            <a:endParaRPr sz="2000" b="1" dirty="0">
              <a:solidFill>
                <a:srgbClr val="64748B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6477000" y="4878972"/>
            <a:ext cx="2547788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64748B"/>
                </a:solidFill>
                <a:latin typeface="Inter" panose="020B0604020202020204" charset="0"/>
                <a:ea typeface="Inter" panose="020B0604020202020204" charset="0"/>
                <a:cs typeface="Plus Jakarta Sans"/>
                <a:sym typeface="Plus Jakarta Sans"/>
              </a:rPr>
              <a:t>SUPERVISED BY</a:t>
            </a:r>
            <a:endParaRPr sz="2000" dirty="0">
              <a:solidFill>
                <a:srgbClr val="64748B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6477000" y="5406032"/>
            <a:ext cx="311928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Outfit"/>
                <a:sym typeface="Outfit"/>
              </a:rPr>
              <a:t>Dr. Dvora Toledano-Kitai</a:t>
            </a:r>
            <a:endParaRPr sz="2000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6477000" y="5787032"/>
            <a:ext cx="267517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Outfit"/>
                <a:sym typeface="Outfit"/>
              </a:rPr>
              <a:t>Prof. Zeev </a:t>
            </a:r>
            <a:r>
              <a:rPr lang="en-US" sz="2000" b="1" i="0" u="none" strike="noStrike" cap="none" dirty="0" err="1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Outfit"/>
                <a:sym typeface="Outfit"/>
              </a:rPr>
              <a:t>Volkovich</a:t>
            </a:r>
            <a:endParaRPr sz="2000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3" name="מלבן: פינות מעוגלות 2">
            <a:extLst>
              <a:ext uri="{FF2B5EF4-FFF2-40B4-BE49-F238E27FC236}">
                <a16:creationId xmlns:a16="http://schemas.microsoft.com/office/drawing/2014/main" id="{47B5F273-2E76-ABF0-2FD7-E56548AE7B75}"/>
              </a:ext>
            </a:extLst>
          </p:cNvPr>
          <p:cNvSpPr/>
          <p:nvPr/>
        </p:nvSpPr>
        <p:spPr>
          <a:xfrm>
            <a:off x="11120284" y="6433176"/>
            <a:ext cx="855406" cy="252759"/>
          </a:xfrm>
          <a:prstGeom prst="roundRect">
            <a:avLst/>
          </a:prstGeom>
          <a:solidFill>
            <a:srgbClr val="E0EAF5">
              <a:alpha val="50000"/>
            </a:srgbClr>
          </a:solidFill>
          <a:ln>
            <a:solidFill>
              <a:srgbClr val="64748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</a:rPr>
              <a:t>Slide 1</a:t>
            </a:r>
            <a:endParaRPr lang="he-IL" dirty="0">
              <a:solidFill>
                <a:schemeClr val="tx1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4" name="מלבן: פינות מעוגלות 3">
            <a:extLst>
              <a:ext uri="{FF2B5EF4-FFF2-40B4-BE49-F238E27FC236}">
                <a16:creationId xmlns:a16="http://schemas.microsoft.com/office/drawing/2014/main" id="{5FCBE06F-9C5D-E456-B30B-247745C6D46F}"/>
              </a:ext>
            </a:extLst>
          </p:cNvPr>
          <p:cNvSpPr/>
          <p:nvPr/>
        </p:nvSpPr>
        <p:spPr>
          <a:xfrm>
            <a:off x="4968517" y="4010121"/>
            <a:ext cx="2254966" cy="377142"/>
          </a:xfrm>
          <a:prstGeom prst="roundRect">
            <a:avLst/>
          </a:prstGeom>
          <a:solidFill>
            <a:srgbClr val="7578F3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</a:rPr>
              <a:t>26-1-R-9</a:t>
            </a:r>
            <a:endParaRPr lang="he-IL" sz="2400" b="1" dirty="0">
              <a:solidFill>
                <a:schemeClr val="tx1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  <p:pic>
        <p:nvPicPr>
          <p:cNvPr id="2" name="Picture 12">
            <a:extLst>
              <a:ext uri="{FF2B5EF4-FFF2-40B4-BE49-F238E27FC236}">
                <a16:creationId xmlns:a16="http://schemas.microsoft.com/office/drawing/2014/main" id="{B2D00572-E0B5-5547-AACF-2B89CB094C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9091"/>
            <a:ext cx="4093448" cy="974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84;p13" descr="image.png">
            <a:extLst>
              <a:ext uri="{FF2B5EF4-FFF2-40B4-BE49-F238E27FC236}">
                <a16:creationId xmlns:a16="http://schemas.microsoft.com/office/drawing/2014/main" id="{2C6ABAAD-918B-1441-6077-BA4522AD3928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37652" y="-88490"/>
            <a:ext cx="12496800" cy="694649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99;p14" descr="image.png">
            <a:extLst>
              <a:ext uri="{FF2B5EF4-FFF2-40B4-BE49-F238E27FC236}">
                <a16:creationId xmlns:a16="http://schemas.microsoft.com/office/drawing/2014/main" id="{8E14B75B-F53A-E3C1-08F5-D5A46F4A06E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74991" y="2118330"/>
            <a:ext cx="5334000" cy="2876550"/>
          </a:xfrm>
          <a:prstGeom prst="rect">
            <a:avLst/>
          </a:prstGeom>
          <a:solidFill>
            <a:schemeClr val="bg1">
              <a:alpha val="50000"/>
            </a:schemeClr>
          </a:solidFill>
          <a:ln w="19050">
            <a:solidFill>
              <a:srgbClr val="F472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18330"/>
            <a:ext cx="5334000" cy="2876550"/>
          </a:xfrm>
          <a:prstGeom prst="rect">
            <a:avLst/>
          </a:prstGeom>
          <a:solidFill>
            <a:schemeClr val="bg1">
              <a:alpha val="50000"/>
            </a:schemeClr>
          </a:solidFill>
          <a:ln w="19050">
            <a:solidFill>
              <a:srgbClr val="F472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118330"/>
            <a:ext cx="5334000" cy="2876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2236993" y="5487858"/>
            <a:ext cx="8558673" cy="87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dirty="0">
                <a:solidFill>
                  <a:srgbClr val="F472B6"/>
                </a:solidFill>
                <a:latin typeface="Inter" panose="020B0604020202020204" charset="0"/>
                <a:ea typeface="Inter" panose="020B0604020202020204" charset="0"/>
              </a:rPr>
              <a:t>High pressure to cite → fertile ground for manipulation</a:t>
            </a:r>
            <a:r>
              <a:rPr lang="he-IL" sz="2400" dirty="0">
                <a:solidFill>
                  <a:srgbClr val="F472B6"/>
                </a:solidFill>
                <a:latin typeface="Inter" panose="020B0604020202020204" charset="0"/>
                <a:ea typeface="Inter" panose="020B0604020202020204" charset="0"/>
              </a:rPr>
              <a:t>.</a:t>
            </a:r>
            <a:endParaRPr lang="en-US" sz="2400" dirty="0">
              <a:solidFill>
                <a:srgbClr val="F472B6"/>
              </a:solidFill>
              <a:latin typeface="Inter" panose="020B0604020202020204" charset="0"/>
              <a:ea typeface="Inter" panose="020B0604020202020204" charset="0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02" name="Google Shape;102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6775" y="241360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1410653" y="2425273"/>
            <a:ext cx="498062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64748B"/>
                </a:solidFill>
                <a:latin typeface="Outfit"/>
                <a:ea typeface="Outfit"/>
                <a:cs typeface="Outfit"/>
                <a:sym typeface="Outfit"/>
              </a:rPr>
              <a:t>Exponential Growth</a:t>
            </a:r>
            <a:endParaRPr sz="2400" dirty="0">
              <a:solidFill>
                <a:srgbClr val="64748B"/>
              </a:solidFill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762000" y="3101548"/>
            <a:ext cx="4980621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2000" dirty="0">
                <a:solidFill>
                  <a:srgbClr val="64748B"/>
                </a:solidFill>
                <a:latin typeface="Inter" panose="020B0604020202020204" charset="0"/>
                <a:ea typeface="Inter" panose="020B0604020202020204" charset="0"/>
              </a:rPr>
              <a:t>Scientific literature is growing exponentially; manual verification is impossible</a:t>
            </a:r>
            <a:r>
              <a:rPr lang="he-IL" sz="2000" dirty="0">
                <a:solidFill>
                  <a:srgbClr val="64748B"/>
                </a:solidFill>
                <a:latin typeface="Inter" panose="020B0604020202020204" charset="0"/>
                <a:ea typeface="Inter" panose="020B0604020202020204" charset="0"/>
              </a:rPr>
              <a:t>.</a:t>
            </a:r>
            <a:endParaRPr lang="en-US" sz="2000" dirty="0">
              <a:solidFill>
                <a:srgbClr val="64748B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  <p:pic>
        <p:nvPicPr>
          <p:cNvPr id="105" name="Google Shape;105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81775" y="2413605"/>
            <a:ext cx="2857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7074309" y="2425273"/>
            <a:ext cx="498062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64748B"/>
                </a:solidFill>
                <a:latin typeface="Outfit"/>
                <a:ea typeface="Outfit"/>
                <a:cs typeface="Outfit"/>
                <a:sym typeface="Outfit"/>
              </a:rPr>
              <a:t>Citations as Currency</a:t>
            </a:r>
            <a:endParaRPr sz="2400" dirty="0">
              <a:solidFill>
                <a:srgbClr val="64748B"/>
              </a:solidFill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6581775" y="3101548"/>
            <a:ext cx="4743450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2000" dirty="0">
                <a:solidFill>
                  <a:srgbClr val="64748B"/>
                </a:solidFill>
                <a:latin typeface="Inter" panose="020B0604020202020204" charset="0"/>
                <a:ea typeface="Inter" panose="020B0604020202020204" charset="0"/>
              </a:rPr>
              <a:t>Citations are the “currency” of academia, shaping careers, funding, and reputation</a:t>
            </a:r>
            <a:r>
              <a:rPr lang="he-IL" sz="2000" dirty="0">
                <a:solidFill>
                  <a:srgbClr val="64748B"/>
                </a:solidFill>
                <a:latin typeface="Inter" panose="020B0604020202020204" charset="0"/>
                <a:ea typeface="Inter" panose="020B0604020202020204" charset="0"/>
              </a:rPr>
              <a:t>.</a:t>
            </a:r>
            <a:endParaRPr lang="en-US" sz="2000" dirty="0">
              <a:solidFill>
                <a:srgbClr val="64748B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  <p:pic>
        <p:nvPicPr>
          <p:cNvPr id="108" name="Google Shape;108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236993" y="567879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tx1"/>
                </a:solidFill>
                <a:latin typeface="Outfit"/>
                <a:ea typeface="Outfit"/>
                <a:cs typeface="Outfit"/>
                <a:sym typeface="Outfit"/>
              </a:rPr>
              <a:t>Motivation &amp; Context: The Era of "Big Science"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10" name="Google Shape;110;p14"/>
          <p:cNvSpPr/>
          <p:nvPr/>
        </p:nvSpPr>
        <p:spPr>
          <a:xfrm>
            <a:off x="571500" y="571500"/>
            <a:ext cx="47625" cy="571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Google Shape;87;p13" descr="image.png">
            <a:extLst>
              <a:ext uri="{FF2B5EF4-FFF2-40B4-BE49-F238E27FC236}">
                <a16:creationId xmlns:a16="http://schemas.microsoft.com/office/drawing/2014/main" id="{9DB1D399-FC3C-6AE7-81E9-2281041D5271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-226143" y="0"/>
            <a:ext cx="12673781" cy="5060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מלבן: פינות מעוגלות 6">
            <a:extLst>
              <a:ext uri="{FF2B5EF4-FFF2-40B4-BE49-F238E27FC236}">
                <a16:creationId xmlns:a16="http://schemas.microsoft.com/office/drawing/2014/main" id="{77411BAF-028D-C540-7F12-109AFD979B41}"/>
              </a:ext>
            </a:extLst>
          </p:cNvPr>
          <p:cNvSpPr/>
          <p:nvPr/>
        </p:nvSpPr>
        <p:spPr>
          <a:xfrm>
            <a:off x="11120284" y="6433176"/>
            <a:ext cx="855406" cy="252759"/>
          </a:xfrm>
          <a:prstGeom prst="roundRect">
            <a:avLst/>
          </a:prstGeom>
          <a:solidFill>
            <a:srgbClr val="E0EAF5">
              <a:alpha val="50000"/>
            </a:srgbClr>
          </a:solidFill>
          <a:ln>
            <a:solidFill>
              <a:srgbClr val="64748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</a:rPr>
              <a:t>Slide 2</a:t>
            </a:r>
            <a:endParaRPr lang="he-IL" dirty="0">
              <a:solidFill>
                <a:schemeClr val="tx1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84;p13" descr="image.png">
            <a:extLst>
              <a:ext uri="{FF2B5EF4-FFF2-40B4-BE49-F238E27FC236}">
                <a16:creationId xmlns:a16="http://schemas.microsoft.com/office/drawing/2014/main" id="{C7078AEC-AB3A-E07D-B068-71008E4B9E12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37652" y="-88490"/>
            <a:ext cx="12496800" cy="694649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מלבן: פינות מעוגלות 5">
            <a:extLst>
              <a:ext uri="{FF2B5EF4-FFF2-40B4-BE49-F238E27FC236}">
                <a16:creationId xmlns:a16="http://schemas.microsoft.com/office/drawing/2014/main" id="{F3E24B1C-E65D-F690-AA40-54393C213803}"/>
              </a:ext>
            </a:extLst>
          </p:cNvPr>
          <p:cNvSpPr/>
          <p:nvPr/>
        </p:nvSpPr>
        <p:spPr>
          <a:xfrm>
            <a:off x="8223051" y="2240371"/>
            <a:ext cx="3397299" cy="3370969"/>
          </a:xfrm>
          <a:prstGeom prst="round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solidFill>
              <a:srgbClr val="00206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5" name="מלבן: פינות מעוגלות 4">
            <a:extLst>
              <a:ext uri="{FF2B5EF4-FFF2-40B4-BE49-F238E27FC236}">
                <a16:creationId xmlns:a16="http://schemas.microsoft.com/office/drawing/2014/main" id="{037CB555-4C24-F0DD-AD8A-8E2F21BA9620}"/>
              </a:ext>
            </a:extLst>
          </p:cNvPr>
          <p:cNvSpPr/>
          <p:nvPr/>
        </p:nvSpPr>
        <p:spPr>
          <a:xfrm>
            <a:off x="4507923" y="2113935"/>
            <a:ext cx="3397299" cy="3497405"/>
          </a:xfrm>
          <a:prstGeom prst="round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solidFill>
              <a:srgbClr val="00206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4" name="מלבן: פינות מעוגלות 3">
            <a:extLst>
              <a:ext uri="{FF2B5EF4-FFF2-40B4-BE49-F238E27FC236}">
                <a16:creationId xmlns:a16="http://schemas.microsoft.com/office/drawing/2014/main" id="{381FB4DA-ED2C-F022-A554-7388E81A0CD7}"/>
              </a:ext>
            </a:extLst>
          </p:cNvPr>
          <p:cNvSpPr/>
          <p:nvPr/>
        </p:nvSpPr>
        <p:spPr>
          <a:xfrm>
            <a:off x="619125" y="2113935"/>
            <a:ext cx="3397299" cy="3497405"/>
          </a:xfrm>
          <a:prstGeom prst="round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solidFill>
              <a:srgbClr val="00206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119" name="Google Shape;119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50" y="2290608"/>
            <a:ext cx="3492400" cy="31813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794228" y="3462183"/>
            <a:ext cx="304694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2060"/>
                </a:solidFill>
                <a:latin typeface="Outfit"/>
                <a:ea typeface="Outfit"/>
                <a:cs typeface="Outfit"/>
                <a:sym typeface="Outfit"/>
              </a:rPr>
              <a:t>Citation Cartels</a:t>
            </a:r>
            <a:endParaRPr sz="2400" dirty="0">
              <a:solidFill>
                <a:srgbClr val="002060"/>
              </a:solidFill>
            </a:endParaRPr>
          </a:p>
        </p:txBody>
      </p:sp>
      <p:sp>
        <p:nvSpPr>
          <p:cNvPr id="122" name="Google Shape;122;p15"/>
          <p:cNvSpPr txBox="1"/>
          <p:nvPr/>
        </p:nvSpPr>
        <p:spPr>
          <a:xfrm>
            <a:off x="866775" y="3919383"/>
            <a:ext cx="2901850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Groups of authors excessively citing each other to boost metrics.</a:t>
            </a:r>
            <a:endParaRPr sz="2000" dirty="0">
              <a:solidFill>
                <a:srgbClr val="64748B"/>
              </a:solidFill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572375" y="3462183"/>
            <a:ext cx="30470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2060"/>
                </a:solidFill>
                <a:latin typeface="Outfit"/>
                <a:ea typeface="Outfit"/>
                <a:cs typeface="Outfit"/>
                <a:sym typeface="Outfit"/>
              </a:rPr>
              <a:t>Citation Mills</a:t>
            </a:r>
            <a:endParaRPr sz="2400" dirty="0">
              <a:solidFill>
                <a:srgbClr val="002060"/>
              </a:solidFill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644925" y="3919383"/>
            <a:ext cx="3187750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Industrialized generation of fake papers and references for profit.</a:t>
            </a:r>
            <a:endParaRPr sz="2000" dirty="0">
              <a:solidFill>
                <a:srgbClr val="64748B"/>
              </a:solidFill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8350679" y="3462183"/>
            <a:ext cx="304694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2060"/>
                </a:solidFill>
                <a:latin typeface="Outfit"/>
                <a:ea typeface="Outfit"/>
                <a:cs typeface="Outfit"/>
                <a:sym typeface="Outfit"/>
              </a:rPr>
              <a:t>Coercive Citation</a:t>
            </a:r>
            <a:endParaRPr sz="2400" dirty="0">
              <a:solidFill>
                <a:srgbClr val="002060"/>
              </a:solidFill>
            </a:endParaRPr>
          </a:p>
        </p:txBody>
      </p:sp>
      <p:sp>
        <p:nvSpPr>
          <p:cNvPr id="126" name="Google Shape;126;p15"/>
          <p:cNvSpPr txBox="1"/>
          <p:nvPr/>
        </p:nvSpPr>
        <p:spPr>
          <a:xfrm>
            <a:off x="8423225" y="3919383"/>
            <a:ext cx="2901850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Editors forcing authors to cite specific journals or papers.</a:t>
            </a:r>
            <a:endParaRPr sz="2000" dirty="0">
              <a:solidFill>
                <a:srgbClr val="64748B"/>
              </a:solidFill>
            </a:endParaRPr>
          </a:p>
        </p:txBody>
      </p:sp>
      <p:pic>
        <p:nvPicPr>
          <p:cNvPr id="127" name="Google Shape;127;p15" descr="image.png"/>
          <p:cNvPicPr preferRelativeResize="0"/>
          <p:nvPr/>
        </p:nvPicPr>
        <p:blipFill rotWithShape="1">
          <a:blip r:embed="rId5">
            <a:alphaModFix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115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1960512" y="2643033"/>
            <a:ext cx="714375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5" descr="image.png"/>
          <p:cNvPicPr preferRelativeResize="0"/>
          <p:nvPr/>
        </p:nvPicPr>
        <p:blipFill rotWithShape="1">
          <a:blip r:embed="rId7">
            <a:alphaModFix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colorTemperature colorTemp="115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772001" y="2643033"/>
            <a:ext cx="6477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5" descr="image.png"/>
          <p:cNvPicPr preferRelativeResize="0"/>
          <p:nvPr/>
        </p:nvPicPr>
        <p:blipFill rotWithShape="1">
          <a:blip r:embed="rId9">
            <a:alphaModFix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colorTemperature colorTemp="115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9550300" y="2643033"/>
            <a:ext cx="6477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5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tx1"/>
                </a:solidFill>
                <a:latin typeface="Outfit"/>
                <a:ea typeface="Outfit"/>
                <a:cs typeface="Outfit"/>
                <a:sym typeface="Outfit"/>
              </a:rPr>
              <a:t>The Threat: Citation Manipulation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31" name="Google Shape;131;p15"/>
          <p:cNvSpPr/>
          <p:nvPr/>
        </p:nvSpPr>
        <p:spPr>
          <a:xfrm>
            <a:off x="571500" y="571500"/>
            <a:ext cx="47625" cy="571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87;p13" descr="image.png">
            <a:extLst>
              <a:ext uri="{FF2B5EF4-FFF2-40B4-BE49-F238E27FC236}">
                <a16:creationId xmlns:a16="http://schemas.microsoft.com/office/drawing/2014/main" id="{EEE48529-D125-3394-07D0-AF9189B7726A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-226143" y="0"/>
            <a:ext cx="12673781" cy="50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D047F7AB-4773-1AB9-560C-0866C9E69918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37652" y="-88490"/>
            <a:ext cx="12496800" cy="694649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90;p18" descr="image.png">
            <a:extLst>
              <a:ext uri="{FF2B5EF4-FFF2-40B4-BE49-F238E27FC236}">
                <a16:creationId xmlns:a16="http://schemas.microsoft.com/office/drawing/2014/main" id="{58610392-ACB7-7AFA-9731-2CC1C5BA708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6373" y="3340438"/>
            <a:ext cx="6042749" cy="304213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מלבן: פינות מעוגלות 3">
            <a:extLst>
              <a:ext uri="{FF2B5EF4-FFF2-40B4-BE49-F238E27FC236}">
                <a16:creationId xmlns:a16="http://schemas.microsoft.com/office/drawing/2014/main" id="{86B590EF-3AAF-A094-EF04-CD1849D1B495}"/>
              </a:ext>
            </a:extLst>
          </p:cNvPr>
          <p:cNvSpPr/>
          <p:nvPr/>
        </p:nvSpPr>
        <p:spPr>
          <a:xfrm>
            <a:off x="7039897" y="3664862"/>
            <a:ext cx="4588945" cy="184846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8" name="מלבן: פינות מעוגלות 7">
            <a:extLst>
              <a:ext uri="{FF2B5EF4-FFF2-40B4-BE49-F238E27FC236}">
                <a16:creationId xmlns:a16="http://schemas.microsoft.com/office/drawing/2014/main" id="{30A7AB15-4B38-35C0-2BB3-453BBA2E0C60}"/>
              </a:ext>
            </a:extLst>
          </p:cNvPr>
          <p:cNvSpPr/>
          <p:nvPr/>
        </p:nvSpPr>
        <p:spPr>
          <a:xfrm>
            <a:off x="496529" y="1578837"/>
            <a:ext cx="10828696" cy="1211031"/>
          </a:xfrm>
          <a:prstGeom prst="roundRect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 w="38100">
            <a:solidFill>
              <a:srgbClr val="C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pic>
        <p:nvPicPr>
          <p:cNvPr id="119" name="Google Shape;119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6775" y="191452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77397" y="3634976"/>
            <a:ext cx="56007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Outfit"/>
                <a:ea typeface="Outfit"/>
                <a:cs typeface="Outfit"/>
                <a:sym typeface="Outfit"/>
              </a:rPr>
              <a:t>Current Methods Fail in:</a:t>
            </a:r>
            <a:endParaRPr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21" name="Google Shape;121;p15"/>
          <p:cNvSpPr txBox="1"/>
          <p:nvPr/>
        </p:nvSpPr>
        <p:spPr>
          <a:xfrm>
            <a:off x="7299973" y="3900979"/>
            <a:ext cx="177862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002060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The Gap</a:t>
            </a:r>
            <a:endParaRPr sz="2400" dirty="0">
              <a:solidFill>
                <a:srgbClr val="002060"/>
              </a:solidFill>
            </a:endParaRPr>
          </a:p>
        </p:txBody>
      </p:sp>
      <p:sp>
        <p:nvSpPr>
          <p:cNvPr id="122" name="Google Shape;122;p15"/>
          <p:cNvSpPr txBox="1"/>
          <p:nvPr/>
        </p:nvSpPr>
        <p:spPr>
          <a:xfrm>
            <a:off x="7362870" y="4355833"/>
            <a:ext cx="426597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Inter" panose="020B0604020202020204" charset="0"/>
                <a:ea typeface="Inter" panose="020B0604020202020204" charset="0"/>
              </a:rPr>
              <a:t>Hard to distinguish </a:t>
            </a:r>
            <a:r>
              <a:rPr lang="en-US" sz="2000" b="1" dirty="0">
                <a:solidFill>
                  <a:schemeClr val="bg2">
                    <a:lumMod val="75000"/>
                  </a:schemeClr>
                </a:solidFill>
                <a:latin typeface="Inter" panose="020B0604020202020204" charset="0"/>
                <a:ea typeface="Inter" panose="020B0604020202020204" charset="0"/>
              </a:rPr>
              <a:t>genuine links </a:t>
            </a:r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Inter" panose="020B0604020202020204" charset="0"/>
                <a:ea typeface="Inter" panose="020B0604020202020204" charset="0"/>
              </a:rPr>
              <a:t>from </a:t>
            </a:r>
            <a:r>
              <a:rPr lang="en-US" sz="2000" b="1" dirty="0">
                <a:solidFill>
                  <a:schemeClr val="bg2">
                    <a:lumMod val="75000"/>
                  </a:schemeClr>
                </a:solidFill>
                <a:latin typeface="Inter" panose="020B0604020202020204" charset="0"/>
                <a:ea typeface="Inter" panose="020B0604020202020204" charset="0"/>
              </a:rPr>
              <a:t>artificial noise </a:t>
            </a:r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Inter" panose="020B0604020202020204" charset="0"/>
                <a:ea typeface="Inter" panose="020B0604020202020204" charset="0"/>
              </a:rPr>
              <a:t>at scale</a:t>
            </a:r>
            <a:r>
              <a:rPr lang="en-US" sz="2000" b="1" dirty="0">
                <a:solidFill>
                  <a:schemeClr val="bg2">
                    <a:lumMod val="75000"/>
                  </a:schemeClr>
                </a:solidFill>
                <a:latin typeface="Inter" panose="020B0604020202020204" charset="0"/>
                <a:ea typeface="Inter" panose="020B0604020202020204" charset="0"/>
              </a:rPr>
              <a:t>.</a:t>
            </a:r>
            <a:endParaRPr sz="2000" dirty="0">
              <a:solidFill>
                <a:schemeClr val="bg2">
                  <a:lumMod val="75000"/>
                </a:schemeClr>
              </a:solidFill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1500464" y="1753538"/>
            <a:ext cx="8171021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C00000"/>
                </a:solidFill>
                <a:latin typeface="Outfit"/>
                <a:ea typeface="Outfit"/>
                <a:cs typeface="Outfit"/>
                <a:sym typeface="Outfit"/>
              </a:rPr>
              <a:t>Widespread Citation Manipulation</a:t>
            </a:r>
            <a:endParaRPr sz="2800" dirty="0">
              <a:solidFill>
                <a:srgbClr val="C00000"/>
              </a:solidFill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1500464" y="2184425"/>
            <a:ext cx="1045507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Citation Cartels, Mills, and Coercion are undermining scientific integrity.</a:t>
            </a:r>
            <a:endParaRPr sz="2000" dirty="0">
              <a:solidFill>
                <a:srgbClr val="64748B"/>
              </a:solidFill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952499" y="4033837"/>
            <a:ext cx="5389307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2400" b="1" dirty="0">
                <a:solidFill>
                  <a:srgbClr val="465162"/>
                </a:solidFill>
                <a:latin typeface="Inter" panose="020B0604020202020204" charset="0"/>
                <a:ea typeface="Inter" panose="020B0604020202020204" charset="0"/>
              </a:rPr>
              <a:t>Rule-based metrics &amp; peer review:</a:t>
            </a:r>
          </a:p>
          <a:p>
            <a:pPr lvl="0">
              <a:lnSpc>
                <a:spcPct val="150000"/>
              </a:lnSpc>
            </a:pPr>
            <a:r>
              <a:rPr lang="en-US" sz="2000" dirty="0">
                <a:solidFill>
                  <a:srgbClr val="64748B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Limited &amp; Static (e.g. self-citation count).</a:t>
            </a:r>
            <a:endParaRPr sz="2000" dirty="0">
              <a:solidFill>
                <a:srgbClr val="64748B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26" name="Google Shape;126;p15"/>
          <p:cNvSpPr txBox="1"/>
          <p:nvPr/>
        </p:nvSpPr>
        <p:spPr>
          <a:xfrm>
            <a:off x="952500" y="4987830"/>
            <a:ext cx="52197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2400" b="1" dirty="0">
                <a:solidFill>
                  <a:srgbClr val="465162"/>
                </a:solidFill>
                <a:latin typeface="Inter" panose="020B0604020202020204" charset="0"/>
                <a:ea typeface="Inter" panose="020B0604020202020204" charset="0"/>
              </a:rPr>
              <a:t>Graph/ML anomaly detection</a:t>
            </a:r>
            <a:r>
              <a:rPr lang="en-US" sz="2400" b="1" dirty="0">
                <a:solidFill>
                  <a:srgbClr val="465162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: </a:t>
            </a:r>
          </a:p>
          <a:p>
            <a:pPr lvl="0">
              <a:lnSpc>
                <a:spcPct val="150000"/>
              </a:lnSpc>
            </a:pPr>
            <a:r>
              <a:rPr lang="en-US" sz="2000" dirty="0">
                <a:solidFill>
                  <a:srgbClr val="64748B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Often lack structural &amp; temporal depth.</a:t>
            </a:r>
            <a:endParaRPr sz="2000" dirty="0">
              <a:solidFill>
                <a:srgbClr val="64748B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  <p:pic>
        <p:nvPicPr>
          <p:cNvPr id="127" name="Google Shape;127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6775" y="4244999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6775" y="5161551"/>
            <a:ext cx="1714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5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tx1"/>
                </a:solidFill>
                <a:latin typeface="Outfit"/>
                <a:ea typeface="Inter" panose="020B0604020202020204" charset="0"/>
                <a:cs typeface="Outfit"/>
                <a:sym typeface="Outfit"/>
              </a:rPr>
              <a:t>The Problem: Challenges in Trustworthiness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30" name="Google Shape;130;p15"/>
          <p:cNvSpPr/>
          <p:nvPr/>
        </p:nvSpPr>
        <p:spPr>
          <a:xfrm>
            <a:off x="571500" y="571500"/>
            <a:ext cx="47625" cy="571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Google Shape;87;p13" descr="image.png">
            <a:extLst>
              <a:ext uri="{FF2B5EF4-FFF2-40B4-BE49-F238E27FC236}">
                <a16:creationId xmlns:a16="http://schemas.microsoft.com/office/drawing/2014/main" id="{D50E9654-16C3-DDB1-9A22-1688DAA02015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-226143" y="0"/>
            <a:ext cx="12673781" cy="5060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מלבן: פינות מעוגלות 5">
            <a:extLst>
              <a:ext uri="{FF2B5EF4-FFF2-40B4-BE49-F238E27FC236}">
                <a16:creationId xmlns:a16="http://schemas.microsoft.com/office/drawing/2014/main" id="{68EBA85A-A9AD-5ECF-A311-A6CA0A1093E4}"/>
              </a:ext>
            </a:extLst>
          </p:cNvPr>
          <p:cNvSpPr/>
          <p:nvPr/>
        </p:nvSpPr>
        <p:spPr>
          <a:xfrm>
            <a:off x="11120284" y="6433176"/>
            <a:ext cx="855406" cy="252759"/>
          </a:xfrm>
          <a:prstGeom prst="roundRect">
            <a:avLst/>
          </a:prstGeom>
          <a:solidFill>
            <a:srgbClr val="E0EAF5">
              <a:alpha val="50000"/>
            </a:srgbClr>
          </a:solidFill>
          <a:ln>
            <a:solidFill>
              <a:srgbClr val="64748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</a:rPr>
              <a:t>Slide 3</a:t>
            </a:r>
            <a:endParaRPr lang="he-IL" dirty="0">
              <a:solidFill>
                <a:schemeClr val="tx1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84;p13" descr="image.png">
            <a:extLst>
              <a:ext uri="{FF2B5EF4-FFF2-40B4-BE49-F238E27FC236}">
                <a16:creationId xmlns:a16="http://schemas.microsoft.com/office/drawing/2014/main" id="{E760F334-C31C-72A1-161B-1BE57D6FEBC2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37652" y="-88490"/>
            <a:ext cx="12496800" cy="69464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747" y="4150485"/>
            <a:ext cx="12191999" cy="805588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6"/>
          <p:cNvSpPr txBox="1"/>
          <p:nvPr/>
        </p:nvSpPr>
        <p:spPr>
          <a:xfrm>
            <a:off x="-1524000" y="427685"/>
            <a:ext cx="665521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tx1"/>
                </a:solidFill>
                <a:latin typeface="Outfit" panose="020B0604020202020204" charset="0"/>
                <a:ea typeface="Inter SemiBold"/>
                <a:cs typeface="Inter SemiBold"/>
                <a:sym typeface="Inter SemiBold"/>
              </a:rPr>
              <a:t>Our G</a:t>
            </a:r>
            <a:r>
              <a:rPr lang="en-US" sz="3600" b="1" dirty="0">
                <a:solidFill>
                  <a:schemeClr val="tx1"/>
                </a:solidFill>
                <a:latin typeface="Outfit" panose="020B0604020202020204" charset="0"/>
                <a:ea typeface="Inter SemiBold"/>
                <a:cs typeface="Inter SemiBold"/>
                <a:sym typeface="Inter SemiBold"/>
              </a:rPr>
              <a:t>oal</a:t>
            </a:r>
            <a:endParaRPr sz="3600" b="1" dirty="0">
              <a:solidFill>
                <a:schemeClr val="tx1"/>
              </a:solidFill>
              <a:latin typeface="Outfit" panose="020B0604020202020204" charset="0"/>
            </a:endParaRPr>
          </a:p>
        </p:txBody>
      </p:sp>
      <p:sp>
        <p:nvSpPr>
          <p:cNvPr id="140" name="Google Shape;140;p16"/>
          <p:cNvSpPr txBox="1"/>
          <p:nvPr/>
        </p:nvSpPr>
        <p:spPr>
          <a:xfrm>
            <a:off x="310022" y="2136490"/>
            <a:ext cx="11601450" cy="1551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64748B"/>
                </a:solidFill>
                <a:latin typeface="Outfit"/>
                <a:ea typeface="Outfit"/>
                <a:cs typeface="Outfit"/>
                <a:sym typeface="Outfit"/>
              </a:rPr>
              <a:t>Develop an automated framework to </a:t>
            </a:r>
            <a:r>
              <a:rPr lang="en-US" sz="3600" b="0" i="0" u="none" strike="noStrike" cap="none" dirty="0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distinguish</a:t>
            </a:r>
            <a:r>
              <a:rPr lang="en-US" sz="3600" b="1" i="0" u="none" strike="noStrike" cap="none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3600" b="1" i="0" u="none" strike="noStrike" cap="none" dirty="0">
                <a:solidFill>
                  <a:srgbClr val="64748B"/>
                </a:solidFill>
                <a:latin typeface="Outfit"/>
                <a:ea typeface="Outfit"/>
                <a:cs typeface="Outfit"/>
                <a:sym typeface="Outfit"/>
              </a:rPr>
              <a:t>genuine scholarly relationships from </a:t>
            </a:r>
            <a:r>
              <a:rPr lang="en-US" sz="3600" b="1" i="0" u="none" strike="noStrike" cap="none" dirty="0">
                <a:solidFill>
                  <a:srgbClr val="F472B6"/>
                </a:solidFill>
                <a:latin typeface="Outfit"/>
                <a:ea typeface="Outfit"/>
                <a:cs typeface="Outfit"/>
                <a:sym typeface="Outfit"/>
              </a:rPr>
              <a:t>artificial noise</a:t>
            </a:r>
            <a:r>
              <a:rPr lang="en-US" sz="3600" b="1" i="0" u="none" strike="noStrike" cap="none" dirty="0">
                <a:solidFill>
                  <a:srgbClr val="64748B"/>
                </a:solidFill>
                <a:latin typeface="Outfit"/>
                <a:ea typeface="Outfit"/>
                <a:cs typeface="Outfit"/>
                <a:sym typeface="Outfit"/>
              </a:rPr>
              <a:t>.</a:t>
            </a:r>
            <a:endParaRPr sz="3600" dirty="0">
              <a:solidFill>
                <a:srgbClr val="64748B"/>
              </a:solidFill>
            </a:endParaRPr>
          </a:p>
        </p:txBody>
      </p:sp>
      <p:sp>
        <p:nvSpPr>
          <p:cNvPr id="141" name="Google Shape;141;p16"/>
          <p:cNvSpPr txBox="1"/>
          <p:nvPr/>
        </p:nvSpPr>
        <p:spPr>
          <a:xfrm>
            <a:off x="162231" y="4200066"/>
            <a:ext cx="11867537" cy="87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 i="0" u="none" strike="noStrike" cap="none" dirty="0">
                <a:solidFill>
                  <a:srgbClr val="37BBF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Key idea: </a:t>
            </a:r>
            <a:r>
              <a:rPr lang="en-US" sz="2200" b="0" i="0" u="none" strike="noStrike" cap="none" dirty="0">
                <a:solidFill>
                  <a:srgbClr val="64748B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analyze </a:t>
            </a:r>
            <a:r>
              <a:rPr lang="en-US" sz="2200" b="1" i="0" u="none" strike="noStrike" cap="none" dirty="0">
                <a:solidFill>
                  <a:srgbClr val="64748B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Structural Stability</a:t>
            </a:r>
            <a:r>
              <a:rPr lang="en-US" sz="2200" b="0" i="0" u="none" strike="noStrike" cap="none" dirty="0">
                <a:solidFill>
                  <a:srgbClr val="64748B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&amp; </a:t>
            </a:r>
            <a:r>
              <a:rPr lang="en-US" sz="2200" b="1" i="0" u="none" strike="noStrike" cap="none" dirty="0">
                <a:solidFill>
                  <a:srgbClr val="64748B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Temporal Evolution </a:t>
            </a:r>
            <a:r>
              <a:rPr lang="en-US" sz="2200" dirty="0">
                <a:solidFill>
                  <a:srgbClr val="64748B"/>
                </a:solidFill>
                <a:latin typeface="Inter" panose="020B0604020202020204" charset="0"/>
                <a:ea typeface="Inter" panose="020B0604020202020204" charset="0"/>
              </a:rPr>
              <a:t>in citation networks.</a:t>
            </a: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4" name="Google Shape;87;p13" descr="image.png">
            <a:extLst>
              <a:ext uri="{FF2B5EF4-FFF2-40B4-BE49-F238E27FC236}">
                <a16:creationId xmlns:a16="http://schemas.microsoft.com/office/drawing/2014/main" id="{1964F9A7-B381-0B77-023D-384E04E28A14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-226143" y="0"/>
            <a:ext cx="12673781" cy="5060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מלבן: פינות מעוגלות 5">
            <a:extLst>
              <a:ext uri="{FF2B5EF4-FFF2-40B4-BE49-F238E27FC236}">
                <a16:creationId xmlns:a16="http://schemas.microsoft.com/office/drawing/2014/main" id="{F6EADDFF-1E20-45A0-98FC-42978B5D1396}"/>
              </a:ext>
            </a:extLst>
          </p:cNvPr>
          <p:cNvSpPr/>
          <p:nvPr/>
        </p:nvSpPr>
        <p:spPr>
          <a:xfrm>
            <a:off x="11120284" y="6433176"/>
            <a:ext cx="855406" cy="252759"/>
          </a:xfrm>
          <a:prstGeom prst="roundRect">
            <a:avLst/>
          </a:prstGeom>
          <a:solidFill>
            <a:srgbClr val="E0EAF5">
              <a:alpha val="50000"/>
            </a:srgbClr>
          </a:solidFill>
          <a:ln>
            <a:solidFill>
              <a:srgbClr val="64748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</a:rPr>
              <a:t>Slide 4</a:t>
            </a:r>
            <a:endParaRPr lang="he-IL" dirty="0">
              <a:solidFill>
                <a:schemeClr val="tx1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" name="Google Shape;130;p15">
            <a:extLst>
              <a:ext uri="{FF2B5EF4-FFF2-40B4-BE49-F238E27FC236}">
                <a16:creationId xmlns:a16="http://schemas.microsoft.com/office/drawing/2014/main" id="{5A1C9885-3604-7A08-280F-CFB846398271}"/>
              </a:ext>
            </a:extLst>
          </p:cNvPr>
          <p:cNvSpPr/>
          <p:nvPr/>
        </p:nvSpPr>
        <p:spPr>
          <a:xfrm>
            <a:off x="571500" y="571500"/>
            <a:ext cx="47625" cy="571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84;p13" descr="image.png">
            <a:extLst>
              <a:ext uri="{FF2B5EF4-FFF2-40B4-BE49-F238E27FC236}">
                <a16:creationId xmlns:a16="http://schemas.microsoft.com/office/drawing/2014/main" id="{E42369FF-A133-4D0A-A8BA-AC53562B5F20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37652" y="-88490"/>
            <a:ext cx="12496800" cy="694649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72;p17" descr="image.png">
            <a:extLst>
              <a:ext uri="{FF2B5EF4-FFF2-40B4-BE49-F238E27FC236}">
                <a16:creationId xmlns:a16="http://schemas.microsoft.com/office/drawing/2014/main" id="{3274F8EC-F051-BE68-8CD4-87DC400BDD2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76048"/>
            <a:ext cx="5286375" cy="4210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71;p17" descr="image.png">
            <a:extLst>
              <a:ext uri="{FF2B5EF4-FFF2-40B4-BE49-F238E27FC236}">
                <a16:creationId xmlns:a16="http://schemas.microsoft.com/office/drawing/2014/main" id="{61E27E56-3B56-F957-A901-11AB17E17A8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076048"/>
            <a:ext cx="5286375" cy="4210452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7"/>
          <p:cNvSpPr txBox="1"/>
          <p:nvPr/>
        </p:nvSpPr>
        <p:spPr>
          <a:xfrm>
            <a:off x="748188" y="3324225"/>
            <a:ext cx="4980622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n-US" sz="2800" b="1" dirty="0">
                <a:solidFill>
                  <a:srgbClr val="64748B"/>
                </a:solidFill>
                <a:latin typeface="Inter" panose="020B0604020202020204" charset="0"/>
                <a:ea typeface="Inter" panose="020B0604020202020204" charset="0"/>
              </a:rPr>
              <a:t>Stable citations</a:t>
            </a:r>
            <a:endParaRPr sz="2800" dirty="0">
              <a:solidFill>
                <a:srgbClr val="64748B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51" name="Google Shape;151;p17"/>
          <p:cNvSpPr txBox="1"/>
          <p:nvPr/>
        </p:nvSpPr>
        <p:spPr>
          <a:xfrm>
            <a:off x="866775" y="3781425"/>
            <a:ext cx="474345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 dirty="0">
                <a:solidFill>
                  <a:schemeClr val="bg1">
                    <a:lumMod val="5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Embedded in a dense network of indirect connections.</a:t>
            </a:r>
            <a:endParaRPr sz="2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2" name="Google Shape;152;p17"/>
          <p:cNvSpPr txBox="1"/>
          <p:nvPr/>
        </p:nvSpPr>
        <p:spPr>
          <a:xfrm>
            <a:off x="866774" y="5079546"/>
            <a:ext cx="4743450" cy="87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 dirty="0">
                <a:solidFill>
                  <a:srgbClr val="22C55E"/>
                </a:solidFill>
                <a:latin typeface="Inter" panose="020B0604020202020204" charset="0"/>
                <a:ea typeface="Inter" panose="020B0604020202020204" charset="0"/>
              </a:rPr>
              <a:t>→Topologically supported</a:t>
            </a: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3" name="Google Shape;153;p17"/>
          <p:cNvSpPr txBox="1"/>
          <p:nvPr/>
        </p:nvSpPr>
        <p:spPr>
          <a:xfrm>
            <a:off x="6463188" y="3324225"/>
            <a:ext cx="4980622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n-US" sz="2800" b="1" dirty="0">
                <a:solidFill>
                  <a:srgbClr val="64748B"/>
                </a:solidFill>
                <a:latin typeface="Inter" panose="020B0604020202020204" charset="0"/>
                <a:ea typeface="Inter" panose="020B0604020202020204" charset="0"/>
              </a:rPr>
              <a:t>Fragile citations</a:t>
            </a:r>
            <a:endParaRPr sz="2800" dirty="0">
              <a:solidFill>
                <a:srgbClr val="64748B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54" name="Google Shape;154;p17"/>
          <p:cNvSpPr txBox="1"/>
          <p:nvPr/>
        </p:nvSpPr>
        <p:spPr>
          <a:xfrm>
            <a:off x="6581775" y="3781425"/>
            <a:ext cx="4743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Weak </a:t>
            </a:r>
            <a:r>
              <a:rPr lang="en-US" sz="2200" dirty="0">
                <a:solidFill>
                  <a:schemeClr val="bg1">
                    <a:lumMod val="5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connections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2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5" name="Google Shape;155;p17"/>
          <p:cNvSpPr txBox="1"/>
          <p:nvPr/>
        </p:nvSpPr>
        <p:spPr>
          <a:xfrm>
            <a:off x="6581775" y="5079546"/>
            <a:ext cx="4743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en-US" sz="2400" b="1" dirty="0">
                <a:solidFill>
                  <a:srgbClr val="EF4444"/>
                </a:solidFill>
                <a:latin typeface="Inter" panose="020B0604020202020204" charset="0"/>
                <a:ea typeface="Inter" panose="020B0604020202020204" charset="0"/>
              </a:rPr>
              <a:t>→Lack structural justification</a:t>
            </a:r>
            <a:endParaRPr sz="2400" b="1" dirty="0">
              <a:solidFill>
                <a:srgbClr val="EF4444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  <p:pic>
        <p:nvPicPr>
          <p:cNvPr id="156" name="Google Shape;156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952750" y="2505075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596312" y="2505075"/>
            <a:ext cx="714375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7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tx1"/>
                </a:solidFill>
                <a:latin typeface="Outfit"/>
                <a:ea typeface="Outfit"/>
                <a:cs typeface="Outfit"/>
                <a:sym typeface="Outfit"/>
              </a:rPr>
              <a:t>Citation Stability Hypothesis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9" name="Google Shape;159;p17"/>
          <p:cNvSpPr/>
          <p:nvPr/>
        </p:nvSpPr>
        <p:spPr>
          <a:xfrm>
            <a:off x="571500" y="571500"/>
            <a:ext cx="47625" cy="571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Google Shape;87;p13" descr="image.png">
            <a:extLst>
              <a:ext uri="{FF2B5EF4-FFF2-40B4-BE49-F238E27FC236}">
                <a16:creationId xmlns:a16="http://schemas.microsoft.com/office/drawing/2014/main" id="{759DF7A7-6830-21BB-2FC3-71C4EFCC3C44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-226143" y="0"/>
            <a:ext cx="12673781" cy="5060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מלבן: פינות מעוגלות 6">
            <a:extLst>
              <a:ext uri="{FF2B5EF4-FFF2-40B4-BE49-F238E27FC236}">
                <a16:creationId xmlns:a16="http://schemas.microsoft.com/office/drawing/2014/main" id="{682F3E4F-21EB-FEE8-C21E-0525704EF03A}"/>
              </a:ext>
            </a:extLst>
          </p:cNvPr>
          <p:cNvSpPr/>
          <p:nvPr/>
        </p:nvSpPr>
        <p:spPr>
          <a:xfrm>
            <a:off x="11120284" y="6433176"/>
            <a:ext cx="855406" cy="252759"/>
          </a:xfrm>
          <a:prstGeom prst="roundRect">
            <a:avLst/>
          </a:prstGeom>
          <a:solidFill>
            <a:srgbClr val="E0EAF5">
              <a:alpha val="50000"/>
            </a:srgbClr>
          </a:solidFill>
          <a:ln>
            <a:solidFill>
              <a:srgbClr val="64748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</a:rPr>
              <a:t>Slide 5</a:t>
            </a:r>
            <a:endParaRPr lang="he-IL" dirty="0">
              <a:solidFill>
                <a:schemeClr val="tx1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6E16815D-B512-D031-CF07-22D711F9E691}"/>
              </a:ext>
            </a:extLst>
          </p:cNvPr>
          <p:cNvSpPr txBox="1"/>
          <p:nvPr/>
        </p:nvSpPr>
        <p:spPr>
          <a:xfrm>
            <a:off x="571500" y="1439197"/>
            <a:ext cx="10753725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200" dirty="0">
                <a:solidFill>
                  <a:srgbClr val="465162"/>
                </a:solidFill>
                <a:latin typeface="Inter" panose="020B0604020202020204" charset="0"/>
                <a:ea typeface="Inter" panose="020B0604020202020204" charset="0"/>
              </a:rPr>
              <a:t>Reliable citations are structurally stable; manipulative ones are fragile</a:t>
            </a:r>
            <a:endParaRPr lang="he-IL" sz="2200" dirty="0">
              <a:solidFill>
                <a:srgbClr val="465162"/>
              </a:solidFill>
              <a:latin typeface="Inter" panose="020B0604020202020204" charset="0"/>
              <a:ea typeface="Inter" panose="020B0604020202020204" charset="0"/>
            </a:endParaRPr>
          </a:p>
          <a:p>
            <a:endParaRPr lang="he-IL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18" descr="image.png"/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17987" y="-88490"/>
            <a:ext cx="12388645" cy="69464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8032" y="1651103"/>
            <a:ext cx="3923622" cy="23407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75010" y="1648116"/>
            <a:ext cx="3951242" cy="23407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8031" y="4575062"/>
            <a:ext cx="3964167" cy="20602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9547" y="4512410"/>
            <a:ext cx="3980420" cy="2122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597264" y="1545859"/>
            <a:ext cx="328917" cy="2805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562939" y="1543242"/>
            <a:ext cx="328918" cy="2932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597264" y="4432187"/>
            <a:ext cx="345655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546202" y="4432187"/>
            <a:ext cx="345655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8"/>
          <p:cNvSpPr/>
          <p:nvPr/>
        </p:nvSpPr>
        <p:spPr>
          <a:xfrm>
            <a:off x="2466975" y="638175"/>
            <a:ext cx="571500" cy="381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8"/>
          <p:cNvSpPr txBox="1"/>
          <p:nvPr/>
        </p:nvSpPr>
        <p:spPr>
          <a:xfrm>
            <a:off x="1241165" y="1920469"/>
            <a:ext cx="292154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1E293B"/>
                </a:solidFill>
                <a:latin typeface="Outfit"/>
                <a:ea typeface="Outfit"/>
                <a:cs typeface="Outfit"/>
                <a:sym typeface="Outfit"/>
              </a:rPr>
              <a:t>Perturb</a:t>
            </a:r>
            <a:endParaRPr sz="2800" dirty="0"/>
          </a:p>
        </p:txBody>
      </p:sp>
      <p:sp>
        <p:nvSpPr>
          <p:cNvPr id="203" name="Google Shape;203;p18"/>
          <p:cNvSpPr txBox="1"/>
          <p:nvPr/>
        </p:nvSpPr>
        <p:spPr>
          <a:xfrm>
            <a:off x="930585" y="2409546"/>
            <a:ext cx="3891071" cy="133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39925"/>
              </a:lnSpc>
            </a:pPr>
            <a:r>
              <a:rPr lang="en-US" sz="2000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Randomly remove a fraction of </a:t>
            </a:r>
            <a:r>
              <a:rPr lang="en-US" sz="2200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edges</a:t>
            </a:r>
            <a:r>
              <a:rPr lang="en-US" sz="2000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to test network resilience.</a:t>
            </a:r>
            <a:endParaRPr lang="en-US" sz="2000" dirty="0">
              <a:solidFill>
                <a:srgbClr val="64748B"/>
              </a:solidFill>
            </a:endParaRPr>
          </a:p>
        </p:txBody>
      </p:sp>
      <p:pic>
        <p:nvPicPr>
          <p:cNvPr id="204" name="Google Shape;204;p18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190563" y="1887085"/>
            <a:ext cx="490836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8"/>
          <p:cNvSpPr txBox="1"/>
          <p:nvPr/>
        </p:nvSpPr>
        <p:spPr>
          <a:xfrm>
            <a:off x="6955543" y="1933866"/>
            <a:ext cx="3206986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1E293B"/>
                </a:solidFill>
                <a:latin typeface="Outfit"/>
                <a:ea typeface="Outfit"/>
                <a:cs typeface="Outfit"/>
                <a:sym typeface="Outfit"/>
              </a:rPr>
              <a:t>Embed</a:t>
            </a:r>
            <a:endParaRPr sz="2800" dirty="0"/>
          </a:p>
        </p:txBody>
      </p:sp>
      <p:sp>
        <p:nvSpPr>
          <p:cNvPr id="206" name="Google Shape;206;p18"/>
          <p:cNvSpPr txBox="1"/>
          <p:nvPr/>
        </p:nvSpPr>
        <p:spPr>
          <a:xfrm>
            <a:off x="6723790" y="2314226"/>
            <a:ext cx="3810855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64748B"/>
                </a:solidFill>
                <a:latin typeface="Inter" panose="020B0604020202020204" charset="0"/>
                <a:ea typeface="Inter" panose="020B0604020202020204" charset="0"/>
                <a:cs typeface="Plus Jakarta Sans"/>
                <a:sym typeface="Plus Jakarta Sans"/>
              </a:rPr>
              <a:t>Map nodes to vectors (Node2Vec/ </a:t>
            </a:r>
            <a:r>
              <a:rPr lang="en-US" sz="2000" b="0" i="0" u="none" strike="noStrike" cap="none" dirty="0" err="1">
                <a:solidFill>
                  <a:srgbClr val="64748B"/>
                </a:solidFill>
                <a:latin typeface="Inter" panose="020B0604020202020204" charset="0"/>
                <a:ea typeface="Inter" panose="020B0604020202020204" charset="0"/>
                <a:cs typeface="Plus Jakarta Sans"/>
                <a:sym typeface="Plus Jakarta Sans"/>
              </a:rPr>
              <a:t>GraphSAGE</a:t>
            </a:r>
            <a:r>
              <a:rPr lang="en-US" sz="2000" b="0" i="0" u="none" strike="noStrike" cap="none" dirty="0">
                <a:solidFill>
                  <a:srgbClr val="64748B"/>
                </a:solidFill>
                <a:latin typeface="Inter" panose="020B0604020202020204" charset="0"/>
                <a:ea typeface="Inter" panose="020B0604020202020204" charset="0"/>
                <a:cs typeface="Plus Jakarta Sans"/>
                <a:sym typeface="Plus Jakarta Sans"/>
              </a:rPr>
              <a:t>).</a:t>
            </a:r>
            <a:endParaRPr sz="2000" dirty="0">
              <a:latin typeface="Inter" panose="020B0604020202020204" charset="0"/>
              <a:ea typeface="Inter" panose="020B0604020202020204" charset="0"/>
            </a:endParaRPr>
          </a:p>
        </p:txBody>
      </p:sp>
      <p:pic>
        <p:nvPicPr>
          <p:cNvPr id="207" name="Google Shape;207;p18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922659" y="1895765"/>
            <a:ext cx="490147" cy="37232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8"/>
          <p:cNvSpPr txBox="1"/>
          <p:nvPr/>
        </p:nvSpPr>
        <p:spPr>
          <a:xfrm>
            <a:off x="1337445" y="4822712"/>
            <a:ext cx="3336004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1E293B"/>
                </a:solidFill>
                <a:latin typeface="Outfit"/>
                <a:ea typeface="Outfit"/>
                <a:cs typeface="Outfit"/>
                <a:sym typeface="Outfit"/>
              </a:rPr>
              <a:t>Reconstruct</a:t>
            </a:r>
            <a:endParaRPr sz="2800" dirty="0"/>
          </a:p>
        </p:txBody>
      </p:sp>
      <p:sp>
        <p:nvSpPr>
          <p:cNvPr id="209" name="Google Shape;209;p18"/>
          <p:cNvSpPr txBox="1"/>
          <p:nvPr/>
        </p:nvSpPr>
        <p:spPr>
          <a:xfrm>
            <a:off x="1007884" y="5264245"/>
            <a:ext cx="3873770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64748B"/>
                </a:solidFill>
                <a:latin typeface="Inter" panose="020B0604020202020204" charset="0"/>
                <a:ea typeface="Inter" panose="020B0604020202020204" charset="0"/>
                <a:cs typeface="Plus Jakarta Sans"/>
                <a:sym typeface="Plus Jakarta Sans"/>
              </a:rPr>
              <a:t>Predict missing links via similarity.</a:t>
            </a:r>
            <a:endParaRPr sz="2000" dirty="0">
              <a:latin typeface="Inter" panose="020B0604020202020204" charset="0"/>
              <a:ea typeface="Inter" panose="020B0604020202020204" charset="0"/>
            </a:endParaRPr>
          </a:p>
        </p:txBody>
      </p:sp>
      <p:pic>
        <p:nvPicPr>
          <p:cNvPr id="210" name="Google Shape;210;p18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061447" y="4785547"/>
            <a:ext cx="443840" cy="374228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8"/>
          <p:cNvSpPr txBox="1"/>
          <p:nvPr/>
        </p:nvSpPr>
        <p:spPr>
          <a:xfrm>
            <a:off x="7083974" y="4810758"/>
            <a:ext cx="3143509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1E293B"/>
                </a:solidFill>
                <a:latin typeface="Outfit"/>
                <a:ea typeface="Outfit"/>
                <a:cs typeface="Outfit"/>
                <a:sym typeface="Outfit"/>
              </a:rPr>
              <a:t>Score</a:t>
            </a:r>
            <a:endParaRPr sz="2800" dirty="0"/>
          </a:p>
        </p:txBody>
      </p:sp>
      <p:sp>
        <p:nvSpPr>
          <p:cNvPr id="212" name="Google Shape;212;p18"/>
          <p:cNvSpPr txBox="1"/>
          <p:nvPr/>
        </p:nvSpPr>
        <p:spPr>
          <a:xfrm>
            <a:off x="6628889" y="5219682"/>
            <a:ext cx="3849799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64748B"/>
                </a:solidFill>
                <a:latin typeface="Inter" panose="020B0604020202020204" charset="0"/>
                <a:ea typeface="Inter" panose="020B0604020202020204" charset="0"/>
                <a:cs typeface="Plus Jakarta Sans"/>
                <a:sym typeface="Plus Jakarta Sans"/>
              </a:rPr>
              <a:t>Compute stability score over N iterations.</a:t>
            </a:r>
            <a:endParaRPr sz="2000" dirty="0">
              <a:latin typeface="Inter" panose="020B0604020202020204" charset="0"/>
              <a:ea typeface="Inter" panose="020B0604020202020204" charset="0"/>
            </a:endParaRPr>
          </a:p>
        </p:txBody>
      </p:sp>
      <p:pic>
        <p:nvPicPr>
          <p:cNvPr id="213" name="Google Shape;213;p18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6866108" y="4772809"/>
            <a:ext cx="546006" cy="430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87;p13" descr="image.png">
            <a:extLst>
              <a:ext uri="{FF2B5EF4-FFF2-40B4-BE49-F238E27FC236}">
                <a16:creationId xmlns:a16="http://schemas.microsoft.com/office/drawing/2014/main" id="{1B26F719-A877-3DD8-4DD2-E66CAB7D98A4}"/>
              </a:ext>
            </a:extLst>
          </p:cNvPr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-226143" y="0"/>
            <a:ext cx="12673781" cy="5060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מלבן: פינות מעוגלות 3">
            <a:extLst>
              <a:ext uri="{FF2B5EF4-FFF2-40B4-BE49-F238E27FC236}">
                <a16:creationId xmlns:a16="http://schemas.microsoft.com/office/drawing/2014/main" id="{4C1E0E0E-FAD2-D013-5B56-A16C735D9635}"/>
              </a:ext>
            </a:extLst>
          </p:cNvPr>
          <p:cNvSpPr/>
          <p:nvPr/>
        </p:nvSpPr>
        <p:spPr>
          <a:xfrm>
            <a:off x="11120284" y="6433176"/>
            <a:ext cx="855406" cy="252759"/>
          </a:xfrm>
          <a:prstGeom prst="roundRect">
            <a:avLst/>
          </a:prstGeom>
          <a:solidFill>
            <a:srgbClr val="E0EAF5">
              <a:alpha val="50000"/>
            </a:srgbClr>
          </a:solidFill>
          <a:ln>
            <a:solidFill>
              <a:srgbClr val="64748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</a:rPr>
              <a:t>Slide 6</a:t>
            </a:r>
            <a:endParaRPr lang="he-IL" dirty="0">
              <a:solidFill>
                <a:schemeClr val="tx1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1" name="תיבת טקסט 20">
            <a:extLst>
              <a:ext uri="{FF2B5EF4-FFF2-40B4-BE49-F238E27FC236}">
                <a16:creationId xmlns:a16="http://schemas.microsoft.com/office/drawing/2014/main" id="{DA47DD35-9F91-40FD-0161-ADE131D28D5E}"/>
              </a:ext>
            </a:extLst>
          </p:cNvPr>
          <p:cNvSpPr txBox="1"/>
          <p:nvPr/>
        </p:nvSpPr>
        <p:spPr>
          <a:xfrm>
            <a:off x="720412" y="538910"/>
            <a:ext cx="8153920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3600" b="1" dirty="0">
                <a:solidFill>
                  <a:schemeClr val="tx1"/>
                </a:solidFill>
                <a:latin typeface="Outfit" panose="020B0604020202020204" charset="0"/>
                <a:ea typeface="Inter" panose="020B0604020202020204" charset="0"/>
                <a:cs typeface="Inter SemiBold"/>
                <a:sym typeface="Inter SemiBold"/>
              </a:rPr>
              <a:t>Structural Stability Pipeline</a:t>
            </a:r>
            <a:endParaRPr lang="he-IL" sz="3600" dirty="0">
              <a:solidFill>
                <a:schemeClr val="tx1"/>
              </a:solidFill>
              <a:latin typeface="Outfit" panose="020B0604020202020204" charset="0"/>
            </a:endParaRPr>
          </a:p>
        </p:txBody>
      </p:sp>
      <p:sp>
        <p:nvSpPr>
          <p:cNvPr id="3" name="Google Shape;130;p15">
            <a:extLst>
              <a:ext uri="{FF2B5EF4-FFF2-40B4-BE49-F238E27FC236}">
                <a16:creationId xmlns:a16="http://schemas.microsoft.com/office/drawing/2014/main" id="{60C2839F-4A2F-1CBB-929F-B14D2FA82796}"/>
              </a:ext>
            </a:extLst>
          </p:cNvPr>
          <p:cNvSpPr/>
          <p:nvPr/>
        </p:nvSpPr>
        <p:spPr>
          <a:xfrm>
            <a:off x="571500" y="571500"/>
            <a:ext cx="47625" cy="571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A6ACB499-5271-F365-6471-B76385CAD42F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37652" y="-88490"/>
            <a:ext cx="12496800" cy="694649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1"/>
          <p:cNvSpPr txBox="1"/>
          <p:nvPr/>
        </p:nvSpPr>
        <p:spPr>
          <a:xfrm>
            <a:off x="790575" y="589002"/>
            <a:ext cx="1140142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600" b="1" dirty="0">
                <a:solidFill>
                  <a:schemeClr val="tx1"/>
                </a:solidFill>
                <a:latin typeface="Outfit" panose="020B0604020202020204" charset="0"/>
                <a:ea typeface="Inter" panose="020B0604020202020204" charset="0"/>
              </a:rPr>
              <a:t>Reconstruction logic</a:t>
            </a:r>
            <a:endParaRPr lang="en-US" sz="3600" dirty="0">
              <a:solidFill>
                <a:schemeClr val="tx1"/>
              </a:solidFill>
              <a:latin typeface="Outfit" panose="020B0604020202020204" charset="0"/>
              <a:ea typeface="Inter" panose="020B0604020202020204" charset="0"/>
            </a:endParaRPr>
          </a:p>
        </p:txBody>
      </p:sp>
      <p:sp>
        <p:nvSpPr>
          <p:cNvPr id="234" name="Google Shape;234;p21"/>
          <p:cNvSpPr/>
          <p:nvPr/>
        </p:nvSpPr>
        <p:spPr>
          <a:xfrm>
            <a:off x="571500" y="571500"/>
            <a:ext cx="47625" cy="571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Inter" panose="020B0604020202020204" charset="0"/>
              <a:ea typeface="Inter" panose="020B0604020202020204" charset="0"/>
              <a:cs typeface="Calibri"/>
              <a:sym typeface="Calibri"/>
            </a:endParaRPr>
          </a:p>
        </p:txBody>
      </p:sp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629C225D-E028-CB97-DE27-6AB7BCA6FA25}"/>
              </a:ext>
            </a:extLst>
          </p:cNvPr>
          <p:cNvSpPr txBox="1"/>
          <p:nvPr/>
        </p:nvSpPr>
        <p:spPr>
          <a:xfrm>
            <a:off x="5924375" y="2018110"/>
            <a:ext cx="6382159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2000" b="0" i="0" u="none" strike="noStrike" dirty="0">
                <a:solidFill>
                  <a:srgbClr val="64748B"/>
                </a:solidFill>
                <a:effectLst/>
                <a:latin typeface="Inter" panose="020B0604020202020204" charset="0"/>
                <a:ea typeface="Inter" panose="020B0604020202020204" charset="0"/>
              </a:rPr>
              <a:t>The reconstruction process is formulated as a link prediction task. For every removed edge </a:t>
            </a:r>
            <a:r>
              <a:rPr lang="en-US" sz="2000" b="0" i="1" u="none" strike="noStrike" dirty="0">
                <a:solidFill>
                  <a:srgbClr val="64748B"/>
                </a:solidFill>
                <a:effectLst/>
                <a:latin typeface="Inter" panose="020B0604020202020204" charset="0"/>
                <a:ea typeface="Inter" panose="020B0604020202020204" charset="0"/>
              </a:rPr>
              <a:t>(u, v)</a:t>
            </a:r>
            <a:r>
              <a:rPr lang="en-US" sz="2000" b="0" i="0" u="none" strike="noStrike" dirty="0">
                <a:solidFill>
                  <a:srgbClr val="64748B"/>
                </a:solidFill>
                <a:effectLst/>
                <a:latin typeface="Inter" panose="020B0604020202020204" charset="0"/>
                <a:ea typeface="Inter" panose="020B0604020202020204" charset="0"/>
              </a:rPr>
              <a:t>:</a:t>
            </a:r>
            <a:br>
              <a:rPr lang="en-US" sz="2000" b="0" dirty="0">
                <a:solidFill>
                  <a:srgbClr val="64748B"/>
                </a:solidFill>
                <a:effectLst/>
                <a:latin typeface="Inter" panose="020B0604020202020204" charset="0"/>
                <a:ea typeface="Inter" panose="020B0604020202020204" charset="0"/>
              </a:rPr>
            </a:br>
            <a:endParaRPr lang="en-US" sz="2000" b="0" dirty="0">
              <a:solidFill>
                <a:srgbClr val="64748B"/>
              </a:solidFill>
              <a:effectLst/>
              <a:latin typeface="Inter" panose="020B0604020202020204" charset="0"/>
              <a:ea typeface="Inter" panose="020B0604020202020204" charset="0"/>
            </a:endParaRPr>
          </a:p>
          <a:p>
            <a:pPr rtl="0">
              <a:buNone/>
            </a:pPr>
            <a:r>
              <a:rPr lang="en-US" sz="2000" b="1" i="0" u="none" strike="noStrike" dirty="0">
                <a:solidFill>
                  <a:srgbClr val="64748B"/>
                </a:solidFill>
                <a:effectLst/>
                <a:latin typeface="Inter" panose="020B0604020202020204" charset="0"/>
                <a:ea typeface="Inter" panose="020B0604020202020204" charset="0"/>
              </a:rPr>
              <a:t>Similarity:</a:t>
            </a:r>
            <a:r>
              <a:rPr lang="en-US" sz="2000" b="0" i="0" u="none" strike="noStrike" dirty="0">
                <a:solidFill>
                  <a:srgbClr val="64748B"/>
                </a:solidFill>
                <a:effectLst/>
                <a:latin typeface="Inter" panose="020B0604020202020204" charset="0"/>
                <a:ea typeface="Inter" panose="020B0604020202020204" charset="0"/>
              </a:rPr>
              <a:t> Measure the distance between vector </a:t>
            </a:r>
            <a:r>
              <a:rPr lang="en-US" sz="2000" b="0" i="1" u="none" strike="noStrike" dirty="0">
                <a:solidFill>
                  <a:srgbClr val="64748B"/>
                </a:solidFill>
                <a:effectLst/>
                <a:latin typeface="Inter" panose="020B0604020202020204" charset="0"/>
                <a:ea typeface="Inter" panose="020B0604020202020204" charset="0"/>
              </a:rPr>
              <a:t>u</a:t>
            </a:r>
            <a:r>
              <a:rPr lang="en-US" sz="2000" b="0" i="0" u="none" strike="noStrike" dirty="0">
                <a:solidFill>
                  <a:srgbClr val="64748B"/>
                </a:solidFill>
                <a:effectLst/>
                <a:latin typeface="Inter" panose="020B0604020202020204" charset="0"/>
                <a:ea typeface="Inter" panose="020B0604020202020204" charset="0"/>
              </a:rPr>
              <a:t> and vector </a:t>
            </a:r>
            <a:r>
              <a:rPr lang="en-US" sz="2000" b="0" i="1" u="none" strike="noStrike" dirty="0">
                <a:solidFill>
                  <a:srgbClr val="64748B"/>
                </a:solidFill>
                <a:effectLst/>
                <a:latin typeface="Inter" panose="020B0604020202020204" charset="0"/>
                <a:ea typeface="Inter" panose="020B0604020202020204" charset="0"/>
              </a:rPr>
              <a:t>v</a:t>
            </a:r>
            <a:r>
              <a:rPr lang="en-US" sz="2000" b="0" i="0" u="none" strike="noStrike" dirty="0">
                <a:solidFill>
                  <a:srgbClr val="64748B"/>
                </a:solidFill>
                <a:effectLst/>
                <a:latin typeface="Inter" panose="020B0604020202020204" charset="0"/>
                <a:ea typeface="Inter" panose="020B0604020202020204" charset="0"/>
              </a:rPr>
              <a:t>.</a:t>
            </a:r>
            <a:endParaRPr lang="en-US" sz="2000" b="0" dirty="0">
              <a:solidFill>
                <a:srgbClr val="64748B"/>
              </a:solidFill>
              <a:effectLst/>
              <a:latin typeface="Inter" panose="020B0604020202020204" charset="0"/>
              <a:ea typeface="Inter" panose="020B0604020202020204" charset="0"/>
            </a:endParaRPr>
          </a:p>
          <a:p>
            <a:pPr>
              <a:buNone/>
            </a:pPr>
            <a:br>
              <a:rPr lang="en-US" sz="2000" b="0" dirty="0">
                <a:solidFill>
                  <a:srgbClr val="64748B"/>
                </a:solidFill>
                <a:effectLst/>
                <a:latin typeface="Inter" panose="020B0604020202020204" charset="0"/>
                <a:ea typeface="Inter" panose="020B0604020202020204" charset="0"/>
              </a:rPr>
            </a:br>
            <a:endParaRPr lang="en-US" sz="2000" b="0" dirty="0">
              <a:solidFill>
                <a:srgbClr val="64748B"/>
              </a:solidFill>
              <a:effectLst/>
              <a:latin typeface="Inter" panose="020B0604020202020204" charset="0"/>
              <a:ea typeface="Inter" panose="020B0604020202020204" charset="0"/>
            </a:endParaRPr>
          </a:p>
          <a:p>
            <a:pPr rtl="0">
              <a:buNone/>
            </a:pPr>
            <a:r>
              <a:rPr lang="en-US" sz="2000" b="1" i="0" u="none" strike="noStrike" dirty="0">
                <a:solidFill>
                  <a:srgbClr val="64748B"/>
                </a:solidFill>
                <a:effectLst/>
                <a:latin typeface="Inter" panose="020B0604020202020204" charset="0"/>
                <a:ea typeface="Inter" panose="020B0604020202020204" charset="0"/>
              </a:rPr>
              <a:t>Thresholding:</a:t>
            </a:r>
            <a:r>
              <a:rPr lang="en-US" sz="2000" b="0" i="0" u="none" strike="noStrike" dirty="0">
                <a:solidFill>
                  <a:srgbClr val="64748B"/>
                </a:solidFill>
                <a:effectLst/>
                <a:latin typeface="Inter" panose="020B0604020202020204" charset="0"/>
                <a:ea typeface="Inter" panose="020B0604020202020204" charset="0"/>
              </a:rPr>
              <a:t> If Sim(</a:t>
            </a:r>
            <a:r>
              <a:rPr lang="en-US" sz="2000" b="0" i="0" u="none" strike="noStrike" dirty="0" err="1">
                <a:solidFill>
                  <a:srgbClr val="64748B"/>
                </a:solidFill>
                <a:effectLst/>
                <a:latin typeface="Inter" panose="020B0604020202020204" charset="0"/>
                <a:ea typeface="Inter" panose="020B0604020202020204" charset="0"/>
              </a:rPr>
              <a:t>u,v</a:t>
            </a:r>
            <a:r>
              <a:rPr lang="en-US" sz="2000" b="0" i="0" u="none" strike="noStrike" dirty="0">
                <a:solidFill>
                  <a:srgbClr val="64748B"/>
                </a:solidFill>
                <a:effectLst/>
                <a:latin typeface="Inter" panose="020B0604020202020204" charset="0"/>
                <a:ea typeface="Inter" panose="020B0604020202020204" charset="0"/>
              </a:rPr>
              <a:t>) &gt; Tr, the link is considered "supported" by the network.</a:t>
            </a:r>
            <a:endParaRPr lang="en-US" sz="2000" b="0" dirty="0">
              <a:solidFill>
                <a:srgbClr val="64748B"/>
              </a:solidFill>
              <a:effectLst/>
              <a:latin typeface="Inter" panose="020B0604020202020204" charset="0"/>
              <a:ea typeface="Inter" panose="020B0604020202020204" charset="0"/>
            </a:endParaRPr>
          </a:p>
          <a:p>
            <a:pPr>
              <a:buNone/>
            </a:pPr>
            <a:br>
              <a:rPr lang="en-US" sz="2000" b="0" dirty="0">
                <a:solidFill>
                  <a:srgbClr val="64748B"/>
                </a:solidFill>
                <a:effectLst/>
                <a:latin typeface="Inter" panose="020B0604020202020204" charset="0"/>
                <a:ea typeface="Inter" panose="020B0604020202020204" charset="0"/>
              </a:rPr>
            </a:br>
            <a:endParaRPr lang="en-US" sz="2000" b="0" dirty="0">
              <a:solidFill>
                <a:srgbClr val="64748B"/>
              </a:solidFill>
              <a:effectLst/>
              <a:latin typeface="Inter" panose="020B0604020202020204" charset="0"/>
              <a:ea typeface="Inter" panose="020B0604020202020204" charset="0"/>
            </a:endParaRPr>
          </a:p>
          <a:p>
            <a:pPr rtl="0">
              <a:buNone/>
            </a:pPr>
            <a:r>
              <a:rPr lang="en-US" sz="2000" b="1" i="0" u="none" strike="noStrike" dirty="0">
                <a:solidFill>
                  <a:srgbClr val="64748B"/>
                </a:solidFill>
                <a:effectLst/>
                <a:latin typeface="Inter" panose="020B0604020202020204" charset="0"/>
                <a:ea typeface="Inter" panose="020B0604020202020204" charset="0"/>
              </a:rPr>
              <a:t>Counter:</a:t>
            </a:r>
            <a:r>
              <a:rPr lang="en-US" sz="2000" b="0" i="0" u="none" strike="noStrike" dirty="0">
                <a:solidFill>
                  <a:srgbClr val="64748B"/>
                </a:solidFill>
                <a:effectLst/>
                <a:latin typeface="Inter" panose="020B0604020202020204" charset="0"/>
                <a:ea typeface="Inter" panose="020B0604020202020204" charset="0"/>
              </a:rPr>
              <a:t> Successes are tallied over N runs to filter out noise from single random removals.</a:t>
            </a:r>
            <a:endParaRPr lang="en-US" sz="2000" b="0" dirty="0">
              <a:solidFill>
                <a:srgbClr val="64748B"/>
              </a:solidFill>
              <a:effectLst/>
              <a:latin typeface="Inter" panose="020B0604020202020204" charset="0"/>
              <a:ea typeface="Inter" panose="020B0604020202020204" charset="0"/>
            </a:endParaRPr>
          </a:p>
          <a:p>
            <a:pPr>
              <a:buNone/>
            </a:pPr>
            <a:br>
              <a:rPr lang="en-US" sz="2000" dirty="0">
                <a:solidFill>
                  <a:srgbClr val="64748B"/>
                </a:solidFill>
                <a:latin typeface="Inter" panose="020B0604020202020204" charset="0"/>
                <a:ea typeface="Inter" panose="020B0604020202020204" charset="0"/>
              </a:rPr>
            </a:br>
            <a:endParaRPr lang="he-IL" sz="2000" dirty="0">
              <a:solidFill>
                <a:srgbClr val="64748B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18E7FB28-D8A3-40BB-AC9E-ADD27B548A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9925" y="3013634"/>
            <a:ext cx="201837" cy="273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38D1AE92-0FC6-4827-C4E7-35EF3604EB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3517" y="4235638"/>
            <a:ext cx="259507" cy="273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65E93DD8-5C31-CB13-6E03-A38F0FFD9D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1089" y="5425656"/>
            <a:ext cx="230672" cy="273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תמונה 6" descr="תמונה שמכילה טקסט, צילום מסך, תוכנה, עיצוב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82BECD1A-000F-AAB8-5961-F7F545439EE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605" t="26647" r="56354" b="2886"/>
          <a:stretch>
            <a:fillRect/>
          </a:stretch>
        </p:blipFill>
        <p:spPr>
          <a:xfrm>
            <a:off x="278130" y="1800829"/>
            <a:ext cx="4890771" cy="4633231"/>
          </a:xfrm>
          <a:prstGeom prst="rect">
            <a:avLst/>
          </a:prstGeom>
        </p:spPr>
      </p:pic>
      <p:pic>
        <p:nvPicPr>
          <p:cNvPr id="4" name="Google Shape;87;p13" descr="image.png">
            <a:extLst>
              <a:ext uri="{FF2B5EF4-FFF2-40B4-BE49-F238E27FC236}">
                <a16:creationId xmlns:a16="http://schemas.microsoft.com/office/drawing/2014/main" id="{A3ED3F33-99E8-CE14-2443-8303E83EAEC3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-226143" y="0"/>
            <a:ext cx="12673781" cy="50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84;p13" descr="image.png">
            <a:extLst>
              <a:ext uri="{FF2B5EF4-FFF2-40B4-BE49-F238E27FC236}">
                <a16:creationId xmlns:a16="http://schemas.microsoft.com/office/drawing/2014/main" id="{1C7B5FDC-C31E-94D6-EF13-EF0926C8580E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37652" y="-88490"/>
            <a:ext cx="12496800" cy="694649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222;p19" descr="image.png">
            <a:extLst>
              <a:ext uri="{FF2B5EF4-FFF2-40B4-BE49-F238E27FC236}">
                <a16:creationId xmlns:a16="http://schemas.microsoft.com/office/drawing/2014/main" id="{57AC969B-AB7E-AE14-E20B-0A817957948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194119"/>
            <a:ext cx="5286375" cy="4092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221;p19" descr="image.png">
            <a:extLst>
              <a:ext uri="{FF2B5EF4-FFF2-40B4-BE49-F238E27FC236}">
                <a16:creationId xmlns:a16="http://schemas.microsoft.com/office/drawing/2014/main" id="{6FB034AA-E9CF-094A-418E-7BA7E2A712B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3225" y="2204720"/>
            <a:ext cx="5391803" cy="409238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9"/>
          <p:cNvSpPr txBox="1"/>
          <p:nvPr/>
        </p:nvSpPr>
        <p:spPr>
          <a:xfrm>
            <a:off x="571500" y="2624137"/>
            <a:ext cx="56007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7578F3"/>
                </a:solidFill>
                <a:latin typeface="Outfit"/>
                <a:ea typeface="Outfit"/>
                <a:cs typeface="Outfit"/>
                <a:sym typeface="Outfit"/>
              </a:rPr>
              <a:t>Node2Vec (Static)</a:t>
            </a:r>
            <a:endParaRPr sz="2800" dirty="0">
              <a:solidFill>
                <a:srgbClr val="7578F3"/>
              </a:solidFill>
            </a:endParaRPr>
          </a:p>
        </p:txBody>
      </p:sp>
      <p:sp>
        <p:nvSpPr>
          <p:cNvPr id="191" name="Google Shape;191;p19"/>
          <p:cNvSpPr txBox="1"/>
          <p:nvPr/>
        </p:nvSpPr>
        <p:spPr>
          <a:xfrm>
            <a:off x="6677025" y="2605087"/>
            <a:ext cx="5190648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 err="1">
                <a:solidFill>
                  <a:srgbClr val="0EA5E9"/>
                </a:solidFill>
                <a:latin typeface="Outfit"/>
                <a:ea typeface="Outfit"/>
                <a:cs typeface="Outfit"/>
                <a:sym typeface="Outfit"/>
              </a:rPr>
              <a:t>GraphSAGE</a:t>
            </a:r>
            <a:r>
              <a:rPr lang="en-US" sz="2800" b="1" i="0" u="none" strike="noStrike" cap="none" dirty="0">
                <a:solidFill>
                  <a:srgbClr val="0EA5E9"/>
                </a:solidFill>
                <a:latin typeface="Outfit"/>
                <a:ea typeface="Outfit"/>
                <a:cs typeface="Outfit"/>
                <a:sym typeface="Outfit"/>
              </a:rPr>
              <a:t> (Dynamic)</a:t>
            </a:r>
            <a:endParaRPr sz="2800" dirty="0">
              <a:solidFill>
                <a:srgbClr val="0EA5E9"/>
              </a:solidFill>
            </a:endParaRPr>
          </a:p>
        </p:txBody>
      </p:sp>
      <p:sp>
        <p:nvSpPr>
          <p:cNvPr id="194" name="Google Shape;194;p19"/>
          <p:cNvSpPr txBox="1"/>
          <p:nvPr/>
        </p:nvSpPr>
        <p:spPr>
          <a:xfrm>
            <a:off x="628343" y="3283485"/>
            <a:ext cx="4953000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578F3"/>
              </a:buClr>
              <a:buSzPct val="130000"/>
              <a:buFont typeface="Arial" panose="020B0604020202020204" pitchFamily="34" charset="0"/>
              <a:buChar char="•"/>
            </a:pPr>
            <a:r>
              <a:rPr lang="en-US" sz="2000" b="0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Based on </a:t>
            </a:r>
            <a:r>
              <a:rPr lang="en-US" sz="2000" b="1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Biased Random Walks</a:t>
            </a:r>
            <a:r>
              <a:rPr lang="en-US" sz="2000" b="0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578F3"/>
              </a:buClr>
              <a:buSzPct val="130000"/>
            </a:pPr>
            <a:endParaRPr lang="en-US" sz="2000" b="0" i="0" u="none" strike="noStrike" cap="none" dirty="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578F3"/>
              </a:buClr>
              <a:buSzPct val="13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Captures topological neighborhoods effectively.</a:t>
            </a:r>
            <a:endParaRPr lang="en-US" sz="2000" dirty="0">
              <a:solidFill>
                <a:srgbClr val="64748B"/>
              </a:solidFill>
            </a:endParaRPr>
          </a:p>
        </p:txBody>
      </p:sp>
      <p:sp>
        <p:nvSpPr>
          <p:cNvPr id="205" name="Google Shape;205;p19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tx1"/>
                </a:solidFill>
                <a:latin typeface="Outfit"/>
                <a:ea typeface="Outfit"/>
                <a:cs typeface="Outfit"/>
                <a:sym typeface="Outfit"/>
              </a:rPr>
              <a:t>Dual Embedding Strategy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06" name="Google Shape;206;p19"/>
          <p:cNvSpPr/>
          <p:nvPr/>
        </p:nvSpPr>
        <p:spPr>
          <a:xfrm>
            <a:off x="571500" y="571500"/>
            <a:ext cx="47625" cy="571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94;p19">
            <a:extLst>
              <a:ext uri="{FF2B5EF4-FFF2-40B4-BE49-F238E27FC236}">
                <a16:creationId xmlns:a16="http://schemas.microsoft.com/office/drawing/2014/main" id="{23D09CE8-D56D-8A7E-4343-C772E4981B7C}"/>
              </a:ext>
            </a:extLst>
          </p:cNvPr>
          <p:cNvSpPr txBox="1"/>
          <p:nvPr/>
        </p:nvSpPr>
        <p:spPr>
          <a:xfrm>
            <a:off x="6677025" y="3283485"/>
            <a:ext cx="4895850" cy="2769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0EA5E9"/>
              </a:buClr>
              <a:buSzPct val="13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Inductive learning using </a:t>
            </a:r>
            <a:r>
              <a:rPr lang="en-US" sz="2000" b="1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Neighbor Aggregation.</a:t>
            </a:r>
            <a:br>
              <a:rPr lang="en-US" sz="2000" b="1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</a:br>
            <a:endParaRPr lang="en-US" sz="2000" b="1" dirty="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85750" indent="-285750">
              <a:lnSpc>
                <a:spcPct val="150000"/>
              </a:lnSpc>
              <a:buClr>
                <a:srgbClr val="0EA5E9"/>
              </a:buClr>
              <a:buSzPct val="13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64748B"/>
                </a:solidFill>
                <a:latin typeface="Inter" panose="020B0604020202020204" charset="0"/>
                <a:ea typeface="Inter" panose="020B0604020202020204" charset="0"/>
              </a:rPr>
              <a:t>supports evolving networks &amp; new nodes.</a:t>
            </a:r>
          </a:p>
          <a:p>
            <a:pPr marL="285750" indent="-285750">
              <a:lnSpc>
                <a:spcPct val="150000"/>
              </a:lnSpc>
              <a:buClr>
                <a:schemeClr val="bg1">
                  <a:lumMod val="85000"/>
                </a:schemeClr>
              </a:buClr>
              <a:buSzPct val="130000"/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" name="Google Shape;87;p13" descr="image.png">
            <a:extLst>
              <a:ext uri="{FF2B5EF4-FFF2-40B4-BE49-F238E27FC236}">
                <a16:creationId xmlns:a16="http://schemas.microsoft.com/office/drawing/2014/main" id="{94A938F3-E857-47F5-B523-A8B7D166F7F8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-226143" y="0"/>
            <a:ext cx="12673781" cy="5060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מלבן: פינות מעוגלות 10">
            <a:extLst>
              <a:ext uri="{FF2B5EF4-FFF2-40B4-BE49-F238E27FC236}">
                <a16:creationId xmlns:a16="http://schemas.microsoft.com/office/drawing/2014/main" id="{0ABAB4BB-9326-8AE0-E9E0-F9F39B7434EA}"/>
              </a:ext>
            </a:extLst>
          </p:cNvPr>
          <p:cNvSpPr/>
          <p:nvPr/>
        </p:nvSpPr>
        <p:spPr>
          <a:xfrm>
            <a:off x="11120284" y="6433176"/>
            <a:ext cx="855406" cy="252759"/>
          </a:xfrm>
          <a:prstGeom prst="roundRect">
            <a:avLst/>
          </a:prstGeom>
          <a:solidFill>
            <a:srgbClr val="E0EAF5">
              <a:alpha val="50000"/>
            </a:srgbClr>
          </a:solidFill>
          <a:ln>
            <a:solidFill>
              <a:srgbClr val="64748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</a:rPr>
              <a:t>Slide 7</a:t>
            </a:r>
            <a:endParaRPr lang="he-IL" dirty="0">
              <a:solidFill>
                <a:schemeClr val="tx1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84;p13" descr="image.png">
            <a:extLst>
              <a:ext uri="{FF2B5EF4-FFF2-40B4-BE49-F238E27FC236}">
                <a16:creationId xmlns:a16="http://schemas.microsoft.com/office/drawing/2014/main" id="{D2E17C01-EF16-4F72-20D9-346C802D559C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37652" y="-88490"/>
            <a:ext cx="12496800" cy="694649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222;p19" descr="image.png">
            <a:extLst>
              <a:ext uri="{FF2B5EF4-FFF2-40B4-BE49-F238E27FC236}">
                <a16:creationId xmlns:a16="http://schemas.microsoft.com/office/drawing/2014/main" id="{33494086-E6EC-C2CD-83C3-5F11A4FCA98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6310" y="2183104"/>
            <a:ext cx="4656199" cy="441434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215" name="Google Shape;215;p20"/>
          <p:cNvSpPr txBox="1"/>
          <p:nvPr/>
        </p:nvSpPr>
        <p:spPr>
          <a:xfrm>
            <a:off x="673606" y="1343028"/>
            <a:ext cx="1275274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37BBF5"/>
                </a:solidFill>
                <a:latin typeface="Inter"/>
                <a:ea typeface="Inter"/>
                <a:cs typeface="Inter"/>
                <a:sym typeface="Inter"/>
              </a:rPr>
              <a:t>Key Idea: </a:t>
            </a:r>
            <a:r>
              <a:rPr lang="en-US" sz="2000" b="0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Citations evolve over time → stability should be tracked across snapshots</a:t>
            </a:r>
            <a:r>
              <a:rPr lang="en-US" sz="22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2200" dirty="0"/>
          </a:p>
        </p:txBody>
      </p:sp>
      <p:pic>
        <p:nvPicPr>
          <p:cNvPr id="218" name="Google Shape;218;p20" descr="image.png"/>
          <p:cNvPicPr preferRelativeResize="0"/>
          <p:nvPr/>
        </p:nvPicPr>
        <p:blipFill rotWithShape="1">
          <a:blip r:embed="rId5">
            <a:alphaModFix/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115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286462" y="2491869"/>
            <a:ext cx="349045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0"/>
          <p:cNvSpPr txBox="1"/>
          <p:nvPr/>
        </p:nvSpPr>
        <p:spPr>
          <a:xfrm>
            <a:off x="459025" y="2473767"/>
            <a:ext cx="239604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chemeClr val="tx1">
                    <a:lumMod val="65000"/>
                    <a:lumOff val="35000"/>
                  </a:schemeClr>
                </a:solidFill>
                <a:latin typeface="Outfit"/>
                <a:ea typeface="Outfit"/>
                <a:cs typeface="Outfit"/>
                <a:sym typeface="Outfit"/>
              </a:rPr>
              <a:t>1. Snapshots</a:t>
            </a:r>
            <a:endParaRPr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20" name="Google Shape;220;p20"/>
          <p:cNvSpPr txBox="1"/>
          <p:nvPr/>
        </p:nvSpPr>
        <p:spPr>
          <a:xfrm>
            <a:off x="762000" y="2873365"/>
            <a:ext cx="4059437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Divide network into </a:t>
            </a:r>
            <a:r>
              <a:rPr lang="en-US" sz="2000" b="1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cumulative</a:t>
            </a:r>
            <a:r>
              <a:rPr lang="en-US" sz="2000" b="0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time windows (e.g., by year)</a:t>
            </a:r>
            <a:endParaRPr sz="2000" dirty="0">
              <a:solidFill>
                <a:srgbClr val="64748B"/>
              </a:solidFill>
            </a:endParaRPr>
          </a:p>
        </p:txBody>
      </p:sp>
      <p:pic>
        <p:nvPicPr>
          <p:cNvPr id="221" name="Google Shape;221;p20" descr="image.png"/>
          <p:cNvPicPr preferRelativeResize="0"/>
          <p:nvPr/>
        </p:nvPicPr>
        <p:blipFill rotWithShape="1">
          <a:blip r:embed="rId7">
            <a:alphaModFix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colorTemperature colorTemp="115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284503" y="3962659"/>
            <a:ext cx="349045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0"/>
          <p:cNvSpPr txBox="1"/>
          <p:nvPr/>
        </p:nvSpPr>
        <p:spPr>
          <a:xfrm>
            <a:off x="571073" y="3930393"/>
            <a:ext cx="222064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chemeClr val="tx1">
                    <a:lumMod val="65000"/>
                    <a:lumOff val="35000"/>
                  </a:schemeClr>
                </a:solidFill>
                <a:latin typeface="Outfit"/>
                <a:ea typeface="Outfit"/>
                <a:cs typeface="Outfit"/>
                <a:sym typeface="Outfit"/>
              </a:rPr>
              <a:t>2. Processing</a:t>
            </a:r>
            <a:endParaRPr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23" name="Google Shape;223;p20"/>
          <p:cNvSpPr txBox="1"/>
          <p:nvPr/>
        </p:nvSpPr>
        <p:spPr>
          <a:xfrm>
            <a:off x="762000" y="4239822"/>
            <a:ext cx="4059436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Apply Structural Stability pipeline to each snapshot.</a:t>
            </a:r>
            <a:endParaRPr sz="2000" dirty="0">
              <a:solidFill>
                <a:srgbClr val="64748B"/>
              </a:solidFill>
            </a:endParaRPr>
          </a:p>
        </p:txBody>
      </p:sp>
      <p:pic>
        <p:nvPicPr>
          <p:cNvPr id="224" name="Google Shape;224;p20" descr="image.png"/>
          <p:cNvPicPr preferRelativeResize="0"/>
          <p:nvPr/>
        </p:nvPicPr>
        <p:blipFill rotWithShape="1">
          <a:blip r:embed="rId9">
            <a:alphaModFix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colorTemperature colorTemp="115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358661" y="5356753"/>
            <a:ext cx="31494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0"/>
          <p:cNvSpPr txBox="1"/>
          <p:nvPr/>
        </p:nvSpPr>
        <p:spPr>
          <a:xfrm>
            <a:off x="673510" y="5296220"/>
            <a:ext cx="23642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chemeClr val="tx1">
                    <a:lumMod val="65000"/>
                    <a:lumOff val="35000"/>
                  </a:schemeClr>
                </a:solidFill>
                <a:latin typeface="Outfit"/>
                <a:ea typeface="Outfit"/>
                <a:cs typeface="Outfit"/>
                <a:sym typeface="Outfit"/>
              </a:rPr>
              <a:t>3. Aggregation</a:t>
            </a:r>
            <a:endParaRPr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26" name="Google Shape;226;p20"/>
          <p:cNvSpPr txBox="1"/>
          <p:nvPr/>
        </p:nvSpPr>
        <p:spPr>
          <a:xfrm>
            <a:off x="762000" y="5598374"/>
            <a:ext cx="4059436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Compute temporal consistency score.</a:t>
            </a:r>
            <a:endParaRPr sz="2000" dirty="0">
              <a:solidFill>
                <a:srgbClr val="64748B"/>
              </a:solidFill>
            </a:endParaRPr>
          </a:p>
        </p:txBody>
      </p:sp>
      <p:sp>
        <p:nvSpPr>
          <p:cNvPr id="227" name="Google Shape;227;p20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tx1"/>
                </a:solidFill>
                <a:latin typeface="Outfit"/>
                <a:ea typeface="Outfit"/>
                <a:cs typeface="Outfit"/>
                <a:sym typeface="Outfit"/>
              </a:rPr>
              <a:t>Temporal Stability Analysis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28" name="Google Shape;228;p20"/>
          <p:cNvSpPr/>
          <p:nvPr/>
        </p:nvSpPr>
        <p:spPr>
          <a:xfrm>
            <a:off x="571500" y="571500"/>
            <a:ext cx="47625" cy="571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Google Shape;87;p13" descr="image.png">
            <a:extLst>
              <a:ext uri="{FF2B5EF4-FFF2-40B4-BE49-F238E27FC236}">
                <a16:creationId xmlns:a16="http://schemas.microsoft.com/office/drawing/2014/main" id="{067441AB-3D56-3F35-4329-F10E5F4CADA7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-226143" y="0"/>
            <a:ext cx="12673781" cy="5060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מלבן: פינות מעוגלות 6">
            <a:extLst>
              <a:ext uri="{FF2B5EF4-FFF2-40B4-BE49-F238E27FC236}">
                <a16:creationId xmlns:a16="http://schemas.microsoft.com/office/drawing/2014/main" id="{5E08F1CF-B025-6F01-9D56-CD91B4D86506}"/>
              </a:ext>
            </a:extLst>
          </p:cNvPr>
          <p:cNvSpPr/>
          <p:nvPr/>
        </p:nvSpPr>
        <p:spPr>
          <a:xfrm>
            <a:off x="11120284" y="6433176"/>
            <a:ext cx="855406" cy="252759"/>
          </a:xfrm>
          <a:prstGeom prst="roundRect">
            <a:avLst/>
          </a:prstGeom>
          <a:solidFill>
            <a:srgbClr val="E0EAF5">
              <a:alpha val="50000"/>
            </a:srgbClr>
          </a:solidFill>
          <a:ln>
            <a:solidFill>
              <a:srgbClr val="64748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</a:rPr>
              <a:t>Slide 8</a:t>
            </a:r>
            <a:endParaRPr lang="he-IL" dirty="0">
              <a:solidFill>
                <a:schemeClr val="tx1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99B5EF73-C23E-A10E-880F-662656E7E8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4185" y="2321841"/>
            <a:ext cx="6649094" cy="391953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2BF8855C-F546-A19C-144E-E7BFC46569E6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37652" y="-88490"/>
            <a:ext cx="12496800" cy="694649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277;p21" descr="image.png">
            <a:extLst>
              <a:ext uri="{FF2B5EF4-FFF2-40B4-BE49-F238E27FC236}">
                <a16:creationId xmlns:a16="http://schemas.microsoft.com/office/drawing/2014/main" id="{B606D62C-8AED-39F1-D440-C8E37D82061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01139" y="2006045"/>
            <a:ext cx="4064051" cy="3929489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276;p21" descr="image.png">
            <a:extLst>
              <a:ext uri="{FF2B5EF4-FFF2-40B4-BE49-F238E27FC236}">
                <a16:creationId xmlns:a16="http://schemas.microsoft.com/office/drawing/2014/main" id="{C349CFE9-88AD-EE54-B1B8-975E425AFA4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101139" y="2006045"/>
            <a:ext cx="3728671" cy="392948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275;p21" descr="image.png">
            <a:extLst>
              <a:ext uri="{FF2B5EF4-FFF2-40B4-BE49-F238E27FC236}">
                <a16:creationId xmlns:a16="http://schemas.microsoft.com/office/drawing/2014/main" id="{635DD76A-88F6-D1B2-7FDF-CB7A94C4755D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718" y="2011943"/>
            <a:ext cx="3728672" cy="3923591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0"/>
          <p:cNvSpPr txBox="1"/>
          <p:nvPr/>
        </p:nvSpPr>
        <p:spPr>
          <a:xfrm>
            <a:off x="780893" y="589002"/>
            <a:ext cx="11331416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tx1"/>
                </a:solidFill>
                <a:latin typeface="Outfit" panose="020B0604020202020204" charset="0"/>
                <a:ea typeface="Inter" panose="020B0604020202020204" charset="0"/>
                <a:cs typeface="Rajdhani"/>
                <a:sym typeface="Rajdhani"/>
              </a:rPr>
              <a:t>C</a:t>
            </a:r>
            <a:r>
              <a:rPr lang="en-US" sz="3600" b="1" dirty="0">
                <a:solidFill>
                  <a:schemeClr val="tx1"/>
                </a:solidFill>
                <a:latin typeface="Outfit" panose="020B0604020202020204" charset="0"/>
                <a:ea typeface="Inter" panose="020B0604020202020204" charset="0"/>
                <a:cs typeface="Rajdhani"/>
                <a:sym typeface="Rajdhani"/>
              </a:rPr>
              <a:t>itation</a:t>
            </a:r>
            <a:r>
              <a:rPr lang="en-US" sz="3600" b="1" i="0" u="none" strike="noStrike" cap="none" dirty="0">
                <a:solidFill>
                  <a:schemeClr val="tx1"/>
                </a:solidFill>
                <a:latin typeface="Outfit" panose="020B0604020202020204" charset="0"/>
                <a:ea typeface="Inter" panose="020B0604020202020204" charset="0"/>
                <a:cs typeface="Rajdhani"/>
                <a:sym typeface="Rajdhani"/>
              </a:rPr>
              <a:t> Classification</a:t>
            </a:r>
            <a:endParaRPr sz="3600" dirty="0">
              <a:solidFill>
                <a:schemeClr val="tx1"/>
              </a:solidFill>
              <a:latin typeface="Outfit" panose="020B0604020202020204" charset="0"/>
              <a:ea typeface="Inter" panose="020B0604020202020204" charset="0"/>
            </a:endParaRPr>
          </a:p>
        </p:txBody>
      </p:sp>
      <p:sp>
        <p:nvSpPr>
          <p:cNvPr id="255" name="Google Shape;255;p20"/>
          <p:cNvSpPr/>
          <p:nvPr/>
        </p:nvSpPr>
        <p:spPr>
          <a:xfrm>
            <a:off x="5143500" y="833437"/>
            <a:ext cx="1905000" cy="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Inter" panose="020B0604020202020204" charset="0"/>
              <a:ea typeface="Inter" panose="020B0604020202020204" charset="0"/>
              <a:cs typeface="Calibri"/>
              <a:sym typeface="Calibri"/>
            </a:endParaRPr>
          </a:p>
        </p:txBody>
      </p:sp>
      <p:pic>
        <p:nvPicPr>
          <p:cNvPr id="256" name="Google Shape;256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16115" y="2366223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0"/>
          <p:cNvSpPr txBox="1"/>
          <p:nvPr/>
        </p:nvSpPr>
        <p:spPr>
          <a:xfrm>
            <a:off x="346817" y="3225245"/>
            <a:ext cx="268890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rgbClr val="4ADE80"/>
                </a:solidFill>
                <a:latin typeface="Inter" panose="020B0604020202020204" charset="0"/>
                <a:ea typeface="Inter" panose="020B0604020202020204" charset="0"/>
                <a:cs typeface="Rajdhani SemiBold"/>
                <a:sym typeface="Rajdhani SemiBold"/>
              </a:rPr>
              <a:t>Stable Citations</a:t>
            </a:r>
            <a:endParaRPr sz="2800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58" name="Google Shape;258;p20"/>
          <p:cNvSpPr txBox="1"/>
          <p:nvPr/>
        </p:nvSpPr>
        <p:spPr>
          <a:xfrm>
            <a:off x="346817" y="4118352"/>
            <a:ext cx="3468573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64748B"/>
                </a:solidFill>
                <a:latin typeface="Inter" panose="020B0604020202020204" charset="0"/>
                <a:ea typeface="Inter" panose="020B0604020202020204" charset="0"/>
                <a:cs typeface="Outfit Light"/>
                <a:sym typeface="Outfit Light"/>
              </a:rPr>
              <a:t>Consistently recovered across multiple snapshots.</a:t>
            </a:r>
          </a:p>
          <a:p>
            <a:pPr marL="285750" lvl="0" indent="-285750">
              <a:lnSpc>
                <a:spcPct val="170000"/>
              </a:lnSpc>
              <a:buClr>
                <a:srgbClr val="22C55E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64748B"/>
                </a:solidFill>
                <a:latin typeface="Inter" panose="020B0604020202020204" charset="0"/>
                <a:ea typeface="Inter" panose="020B0604020202020204" charset="0"/>
              </a:rPr>
              <a:t>reliable academic links.</a:t>
            </a:r>
            <a:endParaRPr sz="2000" dirty="0">
              <a:solidFill>
                <a:srgbClr val="64748B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  <p:pic>
        <p:nvPicPr>
          <p:cNvPr id="259" name="Google Shape;259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417371" y="2377520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0"/>
          <p:cNvSpPr txBox="1"/>
          <p:nvPr/>
        </p:nvSpPr>
        <p:spPr>
          <a:xfrm>
            <a:off x="4328880" y="3225245"/>
            <a:ext cx="350093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rgbClr val="F87171"/>
                </a:solidFill>
                <a:latin typeface="Inter" panose="020B0604020202020204" charset="0"/>
                <a:ea typeface="Inter" panose="020B0604020202020204" charset="0"/>
                <a:cs typeface="Rajdhani SemiBold"/>
                <a:sym typeface="Rajdhani SemiBold"/>
              </a:rPr>
              <a:t>Suspicious Citations</a:t>
            </a:r>
            <a:endParaRPr sz="2800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61" name="Google Shape;261;p20"/>
          <p:cNvSpPr txBox="1"/>
          <p:nvPr/>
        </p:nvSpPr>
        <p:spPr>
          <a:xfrm>
            <a:off x="4417371" y="4118352"/>
            <a:ext cx="3017755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64748B"/>
                </a:solidFill>
                <a:latin typeface="Inter" panose="020B0604020202020204" charset="0"/>
                <a:ea typeface="Inter" panose="020B0604020202020204" charset="0"/>
                <a:cs typeface="Outfit Light"/>
                <a:sym typeface="Outfit Light"/>
              </a:rPr>
              <a:t>Exhibit repeated reconstruction failures </a:t>
            </a:r>
          </a:p>
          <a:p>
            <a:pPr marL="285750" marR="0" lvl="0" indent="-28575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64748B"/>
                </a:solidFill>
                <a:latin typeface="Inter" panose="020B0604020202020204" charset="0"/>
                <a:ea typeface="Inter" panose="020B0604020202020204" charset="0"/>
              </a:rPr>
              <a:t>potential manipulation.</a:t>
            </a:r>
          </a:p>
        </p:txBody>
      </p:sp>
      <p:pic>
        <p:nvPicPr>
          <p:cNvPr id="262" name="Google Shape;262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45665" y="2377520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0"/>
          <p:cNvSpPr txBox="1"/>
          <p:nvPr/>
        </p:nvSpPr>
        <p:spPr>
          <a:xfrm>
            <a:off x="8345665" y="3225245"/>
            <a:ext cx="3846335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rgbClr val="FACC15"/>
                </a:solidFill>
                <a:latin typeface="Inter" panose="020B0604020202020204" charset="0"/>
                <a:ea typeface="Inter" panose="020B0604020202020204" charset="0"/>
                <a:cs typeface="Rajdhani SemiBold"/>
                <a:sym typeface="Rajdhani SemiBold"/>
              </a:rPr>
              <a:t>Delayed-</a:t>
            </a:r>
            <a:r>
              <a:rPr lang="en-US" sz="2800" b="0" i="0" u="none" strike="noStrike" cap="none" dirty="0" err="1">
                <a:solidFill>
                  <a:srgbClr val="FACC15"/>
                </a:solidFill>
                <a:latin typeface="Inter" panose="020B0604020202020204" charset="0"/>
                <a:ea typeface="Inter" panose="020B0604020202020204" charset="0"/>
                <a:cs typeface="Rajdhani SemiBold"/>
                <a:sym typeface="Rajdhani SemiBold"/>
              </a:rPr>
              <a:t>Imapct</a:t>
            </a:r>
            <a:r>
              <a:rPr lang="en-US" sz="2800" b="0" i="0" u="none" strike="noStrike" cap="none" dirty="0">
                <a:solidFill>
                  <a:srgbClr val="FACC15"/>
                </a:solidFill>
                <a:latin typeface="Inter" panose="020B0604020202020204" charset="0"/>
                <a:ea typeface="Inter" panose="020B0604020202020204" charset="0"/>
                <a:cs typeface="Rajdhani SemiBold"/>
                <a:sym typeface="Rajdhani SemiBold"/>
              </a:rPr>
              <a:t> </a:t>
            </a:r>
            <a:r>
              <a:rPr lang="en-US" sz="2800" b="0" i="0" u="none" strike="noStrike" cap="none" dirty="0" err="1">
                <a:solidFill>
                  <a:srgbClr val="FACC15"/>
                </a:solidFill>
                <a:latin typeface="Inter" panose="020B0604020202020204" charset="0"/>
                <a:ea typeface="Inter" panose="020B0604020202020204" charset="0"/>
                <a:cs typeface="Rajdhani SemiBold"/>
                <a:sym typeface="Rajdhani SemiBold"/>
              </a:rPr>
              <a:t>Citaions</a:t>
            </a:r>
            <a:endParaRPr sz="2800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64" name="Google Shape;264;p20"/>
          <p:cNvSpPr txBox="1"/>
          <p:nvPr/>
        </p:nvSpPr>
        <p:spPr>
          <a:xfrm>
            <a:off x="8241477" y="4118352"/>
            <a:ext cx="3950523" cy="2092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70000"/>
              </a:lnSpc>
            </a:pPr>
            <a:r>
              <a:rPr lang="en-US" sz="2000" b="0" i="0" u="none" strike="noStrike" cap="none" dirty="0">
                <a:solidFill>
                  <a:srgbClr val="64748B"/>
                </a:solidFill>
                <a:latin typeface="Inter" panose="020B0604020202020204" charset="0"/>
                <a:ea typeface="Inter" panose="020B0604020202020204" charset="0"/>
                <a:cs typeface="Outfit Light"/>
                <a:sym typeface="Outfit Light"/>
              </a:rPr>
              <a:t>Low initial </a:t>
            </a:r>
            <a:r>
              <a:rPr lang="en-US" sz="2000" dirty="0">
                <a:solidFill>
                  <a:srgbClr val="64748B"/>
                </a:solidFill>
                <a:latin typeface="Inter" panose="020B0604020202020204" charset="0"/>
                <a:ea typeface="Inter" panose="020B0604020202020204" charset="0"/>
                <a:cs typeface="Outfit Light"/>
                <a:sym typeface="Outfit Light"/>
              </a:rPr>
              <a:t>recovery </a:t>
            </a:r>
            <a:r>
              <a:rPr lang="en-US" sz="2000" b="0" i="0" u="none" strike="noStrike" cap="none" dirty="0">
                <a:solidFill>
                  <a:srgbClr val="64748B"/>
                </a:solidFill>
                <a:latin typeface="Inter" panose="020B0604020202020204" charset="0"/>
                <a:ea typeface="Inter" panose="020B0604020202020204" charset="0"/>
                <a:cs typeface="Outfit Light"/>
                <a:sym typeface="Outfit Light"/>
              </a:rPr>
              <a:t>but consistent later.</a:t>
            </a:r>
          </a:p>
          <a:p>
            <a:pPr marL="285750" indent="-285750">
              <a:lnSpc>
                <a:spcPct val="170000"/>
              </a:lnSpc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64748B"/>
                </a:solidFill>
                <a:latin typeface="Inter" panose="020B0604020202020204" charset="0"/>
                <a:ea typeface="Inter" panose="020B0604020202020204" charset="0"/>
              </a:rPr>
              <a:t>legitimate “sleeping beauties”</a:t>
            </a:r>
          </a:p>
          <a:p>
            <a:pPr lvl="0">
              <a:lnSpc>
                <a:spcPct val="170000"/>
              </a:lnSpc>
            </a:pPr>
            <a:endParaRPr sz="2000" dirty="0">
              <a:solidFill>
                <a:srgbClr val="64748B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  <p:pic>
        <p:nvPicPr>
          <p:cNvPr id="265" name="Google Shape;265;p20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87565" y="2518623"/>
            <a:ext cx="266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0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607871" y="2518623"/>
            <a:ext cx="2286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0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536165" y="2529920"/>
            <a:ext cx="2286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87;p13" descr="image.png">
            <a:extLst>
              <a:ext uri="{FF2B5EF4-FFF2-40B4-BE49-F238E27FC236}">
                <a16:creationId xmlns:a16="http://schemas.microsoft.com/office/drawing/2014/main" id="{4B6C88FB-2B5D-9140-92EE-FCB2BC36501C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-226143" y="0"/>
            <a:ext cx="12673781" cy="50601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מלבן: פינות מעוגלות 9">
            <a:extLst>
              <a:ext uri="{FF2B5EF4-FFF2-40B4-BE49-F238E27FC236}">
                <a16:creationId xmlns:a16="http://schemas.microsoft.com/office/drawing/2014/main" id="{A48E8779-D457-626A-38D2-A77E4A3A9E41}"/>
              </a:ext>
            </a:extLst>
          </p:cNvPr>
          <p:cNvSpPr/>
          <p:nvPr/>
        </p:nvSpPr>
        <p:spPr>
          <a:xfrm>
            <a:off x="11120284" y="6433176"/>
            <a:ext cx="855406" cy="252759"/>
          </a:xfrm>
          <a:prstGeom prst="roundRect">
            <a:avLst/>
          </a:prstGeom>
          <a:solidFill>
            <a:srgbClr val="E0EAF5">
              <a:alpha val="50000"/>
            </a:srgbClr>
          </a:solidFill>
          <a:ln>
            <a:solidFill>
              <a:srgbClr val="64748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</a:rPr>
              <a:t>Slide 9</a:t>
            </a:r>
            <a:endParaRPr lang="he-IL" dirty="0">
              <a:solidFill>
                <a:schemeClr val="tx1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6" name="Google Shape;325;p25">
            <a:extLst>
              <a:ext uri="{FF2B5EF4-FFF2-40B4-BE49-F238E27FC236}">
                <a16:creationId xmlns:a16="http://schemas.microsoft.com/office/drawing/2014/main" id="{326DF460-3976-7A2A-AF2A-574C06087AC0}"/>
              </a:ext>
            </a:extLst>
          </p:cNvPr>
          <p:cNvSpPr/>
          <p:nvPr/>
        </p:nvSpPr>
        <p:spPr>
          <a:xfrm>
            <a:off x="571500" y="571500"/>
            <a:ext cx="47625" cy="571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5E55EF68-5B21-F668-044A-68281432B63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37652" y="-88490"/>
            <a:ext cx="12496800" cy="694649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מלבן: פינות מעוגלות 15">
            <a:extLst>
              <a:ext uri="{FF2B5EF4-FFF2-40B4-BE49-F238E27FC236}">
                <a16:creationId xmlns:a16="http://schemas.microsoft.com/office/drawing/2014/main" id="{E33C06E5-BA34-31C4-6405-6E0ACDB012C6}"/>
              </a:ext>
            </a:extLst>
          </p:cNvPr>
          <p:cNvSpPr/>
          <p:nvPr/>
        </p:nvSpPr>
        <p:spPr>
          <a:xfrm>
            <a:off x="133350" y="3829430"/>
            <a:ext cx="11925300" cy="2482837"/>
          </a:xfrm>
          <a:prstGeom prst="roundRect">
            <a:avLst/>
          </a:prstGeom>
          <a:solidFill>
            <a:schemeClr val="bg2">
              <a:lumMod val="20000"/>
              <a:lumOff val="80000"/>
              <a:alpha val="50000"/>
            </a:schemeClr>
          </a:solidFill>
          <a:ln w="28575">
            <a:solidFill>
              <a:srgbClr val="37BBF5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5" name="מלבן: פינות מעוגלות 14">
            <a:extLst>
              <a:ext uri="{FF2B5EF4-FFF2-40B4-BE49-F238E27FC236}">
                <a16:creationId xmlns:a16="http://schemas.microsoft.com/office/drawing/2014/main" id="{D84962EA-A92D-E55F-F31D-18C1CCA8D608}"/>
              </a:ext>
            </a:extLst>
          </p:cNvPr>
          <p:cNvSpPr/>
          <p:nvPr/>
        </p:nvSpPr>
        <p:spPr>
          <a:xfrm>
            <a:off x="133350" y="1389286"/>
            <a:ext cx="11925300" cy="2195525"/>
          </a:xfrm>
          <a:prstGeom prst="roundRect">
            <a:avLst/>
          </a:prstGeom>
          <a:solidFill>
            <a:schemeClr val="bg2">
              <a:lumMod val="20000"/>
              <a:lumOff val="80000"/>
              <a:alpha val="50000"/>
            </a:schemeClr>
          </a:solidFill>
          <a:ln w="28575">
            <a:solidFill>
              <a:srgbClr val="C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80" name="Google Shape;280;p21"/>
          <p:cNvSpPr/>
          <p:nvPr/>
        </p:nvSpPr>
        <p:spPr>
          <a:xfrm>
            <a:off x="5143500" y="631775"/>
            <a:ext cx="1905000" cy="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Inter" panose="020B0604020202020204" charset="0"/>
              <a:ea typeface="Inter" panose="020B0604020202020204" charset="0"/>
              <a:cs typeface="Calibri"/>
              <a:sym typeface="Calibri"/>
            </a:endParaRPr>
          </a:p>
        </p:txBody>
      </p:sp>
      <p:sp>
        <p:nvSpPr>
          <p:cNvPr id="281" name="Google Shape;281;p21"/>
          <p:cNvSpPr txBox="1"/>
          <p:nvPr/>
        </p:nvSpPr>
        <p:spPr>
          <a:xfrm>
            <a:off x="418735" y="1665087"/>
            <a:ext cx="50510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/>
            <a:r>
              <a:rPr lang="en-US" sz="2400" b="1" dirty="0">
                <a:solidFill>
                  <a:srgbClr val="EF4444"/>
                </a:solidFill>
                <a:latin typeface="Inter" panose="020B0604020202020204" charset="0"/>
                <a:ea typeface="Inter" panose="020B0604020202020204" charset="0"/>
              </a:rPr>
              <a:t>Limitations of Current Solutions</a:t>
            </a:r>
            <a:endParaRPr lang="en-US" sz="2400" dirty="0">
              <a:solidFill>
                <a:srgbClr val="EF4444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82" name="Google Shape;282;p21"/>
          <p:cNvSpPr txBox="1"/>
          <p:nvPr/>
        </p:nvSpPr>
        <p:spPr>
          <a:xfrm>
            <a:off x="418735" y="4186310"/>
            <a:ext cx="880824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37BBF5"/>
                </a:solidFill>
                <a:latin typeface="Inter" panose="020B0604020202020204" charset="0"/>
                <a:ea typeface="Inter" panose="020B0604020202020204" charset="0"/>
                <a:sym typeface="Rajdhani"/>
              </a:rPr>
              <a:t>Proposed Novel Contribution</a:t>
            </a:r>
            <a:endParaRPr sz="2400" dirty="0">
              <a:solidFill>
                <a:srgbClr val="37BBF5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85" name="Google Shape;285;p21"/>
          <p:cNvSpPr txBox="1"/>
          <p:nvPr/>
        </p:nvSpPr>
        <p:spPr>
          <a:xfrm>
            <a:off x="474192" y="2239185"/>
            <a:ext cx="4669308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64748B"/>
                </a:solidFill>
                <a:latin typeface="Inter" panose="020B0604020202020204" charset="0"/>
                <a:ea typeface="Inter" panose="020B0604020202020204" charset="0"/>
                <a:cs typeface="Outfit SemiBold"/>
                <a:sym typeface="Outfit SemiBold"/>
              </a:rPr>
              <a:t>Static Snapshots:</a:t>
            </a:r>
            <a:r>
              <a:rPr lang="en-US" sz="2000" b="1" i="0" u="none" strike="noStrike" cap="none" dirty="0">
                <a:solidFill>
                  <a:srgbClr val="64748B"/>
                </a:solidFill>
                <a:latin typeface="Inter" panose="020B0604020202020204" charset="0"/>
                <a:ea typeface="Inter" panose="020B0604020202020204" charset="0"/>
                <a:cs typeface="Outfit Light"/>
                <a:sym typeface="Outfit Light"/>
              </a:rPr>
              <a:t> </a:t>
            </a:r>
            <a:r>
              <a:rPr lang="en-US" sz="2000" b="0" i="0" u="none" strike="noStrike" cap="none" dirty="0">
                <a:solidFill>
                  <a:srgbClr val="64748B"/>
                </a:solidFill>
                <a:latin typeface="Inter" panose="020B0604020202020204" charset="0"/>
                <a:ea typeface="Inter" panose="020B0604020202020204" charset="0"/>
                <a:cs typeface="Outfit Light"/>
                <a:sym typeface="Outfit Light"/>
              </a:rPr>
              <a:t>Analyzes network at a single point, missing manipulative evolution over time.</a:t>
            </a:r>
            <a:endParaRPr sz="2000" dirty="0">
              <a:solidFill>
                <a:srgbClr val="64748B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91" name="Google Shape;291;p21"/>
          <p:cNvSpPr txBox="1"/>
          <p:nvPr/>
        </p:nvSpPr>
        <p:spPr>
          <a:xfrm>
            <a:off x="9067270" y="4733631"/>
            <a:ext cx="2976017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000" b="1" i="0" u="none" strike="noStrike" cap="none" dirty="0">
                <a:solidFill>
                  <a:srgbClr val="64748B"/>
                </a:solidFill>
                <a:latin typeface="Inter" panose="020B0604020202020204" charset="0"/>
                <a:ea typeface="Inter" panose="020B0604020202020204" charset="0"/>
                <a:cs typeface="Outfit SemiBold"/>
                <a:sym typeface="Outfit SemiBold"/>
              </a:rPr>
              <a:t>Perturbation-Based Concepts:</a:t>
            </a:r>
            <a:r>
              <a:rPr lang="en-US" sz="2000" b="1" i="0" u="none" strike="noStrike" cap="none" dirty="0">
                <a:solidFill>
                  <a:srgbClr val="64748B"/>
                </a:solidFill>
                <a:latin typeface="Inter" panose="020B0604020202020204" charset="0"/>
                <a:ea typeface="Inter" panose="020B0604020202020204" charset="0"/>
                <a:cs typeface="Outfit Light"/>
                <a:sym typeface="Outfit Light"/>
              </a:rPr>
              <a:t> </a:t>
            </a:r>
            <a:r>
              <a:rPr lang="en-US" sz="2000" dirty="0">
                <a:solidFill>
                  <a:srgbClr val="64748B"/>
                </a:solidFill>
                <a:latin typeface="Inter" panose="020B0604020202020204" charset="0"/>
                <a:ea typeface="Inter" panose="020B0604020202020204" charset="0"/>
              </a:rPr>
              <a:t>Assess citation reliability via stress-testing.</a:t>
            </a:r>
          </a:p>
        </p:txBody>
      </p:sp>
      <p:sp>
        <p:nvSpPr>
          <p:cNvPr id="293" name="Google Shape;293;p21"/>
          <p:cNvSpPr txBox="1"/>
          <p:nvPr/>
        </p:nvSpPr>
        <p:spPr>
          <a:xfrm>
            <a:off x="4487060" y="4725686"/>
            <a:ext cx="3614722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000" b="1" i="0" u="none" strike="noStrike" cap="none" dirty="0">
                <a:solidFill>
                  <a:srgbClr val="64748B"/>
                </a:solidFill>
                <a:latin typeface="Inter" panose="020B0604020202020204" charset="0"/>
                <a:ea typeface="Inter" panose="020B0604020202020204" charset="0"/>
                <a:cs typeface="Outfit SemiBold"/>
                <a:sym typeface="Outfit SemiBold"/>
              </a:rPr>
              <a:t>Temporal Dynamics:</a:t>
            </a:r>
            <a:r>
              <a:rPr lang="en-US" sz="2000" b="1" i="0" u="none" strike="noStrike" cap="none" dirty="0">
                <a:solidFill>
                  <a:srgbClr val="64748B"/>
                </a:solidFill>
                <a:latin typeface="Inter" panose="020B0604020202020204" charset="0"/>
                <a:ea typeface="Inter" panose="020B0604020202020204" charset="0"/>
                <a:cs typeface="Outfit Light"/>
                <a:sym typeface="Outfit Light"/>
              </a:rPr>
              <a:t> </a:t>
            </a:r>
            <a:r>
              <a:rPr lang="en-US" sz="2000" dirty="0">
                <a:solidFill>
                  <a:srgbClr val="64748B"/>
                </a:solidFill>
                <a:latin typeface="Inter" panose="020B0604020202020204" charset="0"/>
                <a:ea typeface="Inter" panose="020B0604020202020204" charset="0"/>
              </a:rPr>
              <a:t>Model network evolution to distinguish legitimate delays from manipulative patterns.</a:t>
            </a:r>
          </a:p>
        </p:txBody>
      </p:sp>
      <p:pic>
        <p:nvPicPr>
          <p:cNvPr id="4" name="Google Shape;87;p13" descr="image.png">
            <a:extLst>
              <a:ext uri="{FF2B5EF4-FFF2-40B4-BE49-F238E27FC236}">
                <a16:creationId xmlns:a16="http://schemas.microsoft.com/office/drawing/2014/main" id="{2CDAEE6C-48E4-E95C-CC79-12BD5956E61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226143" y="0"/>
            <a:ext cx="12673781" cy="50601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289;p21">
            <a:extLst>
              <a:ext uri="{FF2B5EF4-FFF2-40B4-BE49-F238E27FC236}">
                <a16:creationId xmlns:a16="http://schemas.microsoft.com/office/drawing/2014/main" id="{429EC21B-6B49-6892-DC7E-859B0ACC6651}"/>
              </a:ext>
            </a:extLst>
          </p:cNvPr>
          <p:cNvSpPr txBox="1"/>
          <p:nvPr/>
        </p:nvSpPr>
        <p:spPr>
          <a:xfrm>
            <a:off x="6615422" y="2239185"/>
            <a:ext cx="4386875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64748B"/>
                </a:solidFill>
                <a:latin typeface="Inter" panose="020B0604020202020204" charset="0"/>
                <a:ea typeface="Inter" panose="020B0604020202020204" charset="0"/>
                <a:cs typeface="Outfit SemiBold"/>
                <a:sym typeface="Outfit SemiBold"/>
              </a:rPr>
              <a:t>Binary Logic:</a:t>
            </a:r>
            <a:r>
              <a:rPr lang="en-US" sz="2000" b="1" i="0" u="none" strike="noStrike" cap="none" dirty="0">
                <a:solidFill>
                  <a:srgbClr val="64748B"/>
                </a:solidFill>
                <a:latin typeface="Inter" panose="020B0604020202020204" charset="0"/>
                <a:ea typeface="Inter" panose="020B0604020202020204" charset="0"/>
                <a:cs typeface="Outfit Light"/>
                <a:sym typeface="Outfit Light"/>
              </a:rPr>
              <a:t> </a:t>
            </a:r>
            <a:r>
              <a:rPr lang="en-US" sz="2000" b="0" i="0" u="none" strike="noStrike" cap="none" dirty="0">
                <a:solidFill>
                  <a:srgbClr val="64748B"/>
                </a:solidFill>
                <a:latin typeface="Inter" panose="020B0604020202020204" charset="0"/>
                <a:ea typeface="Inter" panose="020B0604020202020204" charset="0"/>
                <a:cs typeface="Outfit Light"/>
                <a:sym typeface="Outfit Light"/>
              </a:rPr>
              <a:t>Often flags legitimate "late bloomers" as suspicious anomalies.</a:t>
            </a:r>
            <a:endParaRPr sz="2000" dirty="0">
              <a:solidFill>
                <a:srgbClr val="64748B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4" name="מלבן: פינות מעוגלות 13">
            <a:extLst>
              <a:ext uri="{FF2B5EF4-FFF2-40B4-BE49-F238E27FC236}">
                <a16:creationId xmlns:a16="http://schemas.microsoft.com/office/drawing/2014/main" id="{4B2A71F5-40FD-8BD2-B3E0-1C5A99CC6A8A}"/>
              </a:ext>
            </a:extLst>
          </p:cNvPr>
          <p:cNvSpPr/>
          <p:nvPr/>
        </p:nvSpPr>
        <p:spPr>
          <a:xfrm>
            <a:off x="11134418" y="6447126"/>
            <a:ext cx="924232" cy="276015"/>
          </a:xfrm>
          <a:prstGeom prst="roundRect">
            <a:avLst/>
          </a:prstGeom>
          <a:solidFill>
            <a:srgbClr val="E0EAF5">
              <a:alpha val="50000"/>
            </a:srgbClr>
          </a:solidFill>
          <a:ln>
            <a:solidFill>
              <a:srgbClr val="64748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</a:rPr>
              <a:t>Slide 10</a:t>
            </a:r>
            <a:endParaRPr lang="he-IL" dirty="0">
              <a:solidFill>
                <a:schemeClr val="tx1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7" name="Google Shape;295;p21">
            <a:extLst>
              <a:ext uri="{FF2B5EF4-FFF2-40B4-BE49-F238E27FC236}">
                <a16:creationId xmlns:a16="http://schemas.microsoft.com/office/drawing/2014/main" id="{A547FEDA-857F-E5D3-37D9-4E8150154C07}"/>
              </a:ext>
            </a:extLst>
          </p:cNvPr>
          <p:cNvSpPr txBox="1"/>
          <p:nvPr/>
        </p:nvSpPr>
        <p:spPr>
          <a:xfrm>
            <a:off x="474192" y="4748739"/>
            <a:ext cx="3437637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000" b="1" i="0" u="none" strike="noStrike" cap="none" dirty="0">
                <a:solidFill>
                  <a:srgbClr val="64748B"/>
                </a:solidFill>
                <a:latin typeface="Inter" panose="020B0604020202020204" charset="0"/>
                <a:ea typeface="Inter" panose="020B0604020202020204" charset="0"/>
                <a:cs typeface="Outfit SemiBold"/>
                <a:sym typeface="Outfit SemiBold"/>
              </a:rPr>
              <a:t>Inductive Learning:</a:t>
            </a:r>
            <a:r>
              <a:rPr lang="en-US" sz="2000" b="1" i="0" u="none" strike="noStrike" cap="none" dirty="0">
                <a:solidFill>
                  <a:srgbClr val="64748B"/>
                </a:solidFill>
                <a:latin typeface="Inter" panose="020B0604020202020204" charset="0"/>
                <a:ea typeface="Inter" panose="020B0604020202020204" charset="0"/>
                <a:cs typeface="Outfit Light"/>
                <a:sym typeface="Outfit Light"/>
              </a:rPr>
              <a:t> </a:t>
            </a:r>
            <a:r>
              <a:rPr lang="en-US" sz="2000" dirty="0">
                <a:solidFill>
                  <a:srgbClr val="64748B"/>
                </a:solidFill>
                <a:latin typeface="Inter" panose="020B0604020202020204" charset="0"/>
                <a:ea typeface="Inter" panose="020B0604020202020204" charset="0"/>
              </a:rPr>
              <a:t>Generalize patterns to new papers without retraining the entire model.</a:t>
            </a:r>
          </a:p>
        </p:txBody>
      </p:sp>
      <p:sp>
        <p:nvSpPr>
          <p:cNvPr id="3" name="Google Shape;325;p25">
            <a:extLst>
              <a:ext uri="{FF2B5EF4-FFF2-40B4-BE49-F238E27FC236}">
                <a16:creationId xmlns:a16="http://schemas.microsoft.com/office/drawing/2014/main" id="{A3364906-4310-9049-6425-07E6C8E70928}"/>
              </a:ext>
            </a:extLst>
          </p:cNvPr>
          <p:cNvSpPr/>
          <p:nvPr/>
        </p:nvSpPr>
        <p:spPr>
          <a:xfrm>
            <a:off x="571500" y="571500"/>
            <a:ext cx="47625" cy="571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270;p23">
            <a:extLst>
              <a:ext uri="{FF2B5EF4-FFF2-40B4-BE49-F238E27FC236}">
                <a16:creationId xmlns:a16="http://schemas.microsoft.com/office/drawing/2014/main" id="{A0DF4D8B-E88B-B0D7-6DB4-DD0DC7B63279}"/>
              </a:ext>
            </a:extLst>
          </p:cNvPr>
          <p:cNvSpPr txBox="1"/>
          <p:nvPr/>
        </p:nvSpPr>
        <p:spPr>
          <a:xfrm>
            <a:off x="762001" y="571500"/>
            <a:ext cx="8047702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tx1"/>
                </a:solidFill>
                <a:latin typeface="Outfit"/>
                <a:ea typeface="Outfit"/>
                <a:cs typeface="Outfit"/>
                <a:sym typeface="Outfit"/>
              </a:rPr>
              <a:t>Innovation &amp; Market Edge</a:t>
            </a: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84;p13" descr="image.png">
            <a:extLst>
              <a:ext uri="{FF2B5EF4-FFF2-40B4-BE49-F238E27FC236}">
                <a16:creationId xmlns:a16="http://schemas.microsoft.com/office/drawing/2014/main" id="{558D8176-3662-C493-D326-6BD58E6ADD32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37652" y="-88490"/>
            <a:ext cx="12496800" cy="69464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3" descr="image.png"/>
          <p:cNvPicPr preferRelativeResize="0"/>
          <p:nvPr/>
        </p:nvPicPr>
        <p:blipFill rotWithShape="1">
          <a:blip r:embed="rId4">
            <a:alphaModFix/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5762625" y="2156252"/>
            <a:ext cx="66675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3"/>
          <p:cNvSpPr txBox="1"/>
          <p:nvPr/>
        </p:nvSpPr>
        <p:spPr>
          <a:xfrm>
            <a:off x="4359960" y="3013502"/>
            <a:ext cx="34924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Python </a:t>
            </a:r>
            <a:endParaRPr sz="2000" dirty="0">
              <a:solidFill>
                <a:srgbClr val="64748B"/>
              </a:solidFill>
            </a:endParaRPr>
          </a:p>
        </p:txBody>
      </p:sp>
      <p:pic>
        <p:nvPicPr>
          <p:cNvPr id="260" name="Google Shape;260;p23" descr="image.png"/>
          <p:cNvPicPr preferRelativeResize="0"/>
          <p:nvPr/>
        </p:nvPicPr>
        <p:blipFill rotWithShape="1">
          <a:blip r:embed="rId5">
            <a:alphaModFix/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1887539" y="216217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3"/>
          <p:cNvSpPr txBox="1"/>
          <p:nvPr/>
        </p:nvSpPr>
        <p:spPr>
          <a:xfrm>
            <a:off x="522338" y="3019425"/>
            <a:ext cx="349254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Google </a:t>
            </a:r>
            <a:r>
              <a:rPr lang="en-US" sz="2000" b="0" i="0" u="none" strike="noStrike" cap="none" dirty="0" err="1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Colab</a:t>
            </a:r>
            <a:endParaRPr sz="2000" dirty="0">
              <a:solidFill>
                <a:srgbClr val="64748B"/>
              </a:solidFill>
            </a:endParaRPr>
          </a:p>
        </p:txBody>
      </p:sp>
      <p:pic>
        <p:nvPicPr>
          <p:cNvPr id="262" name="Google Shape;262;p23" descr="image.png"/>
          <p:cNvPicPr preferRelativeResize="0"/>
          <p:nvPr/>
        </p:nvPicPr>
        <p:blipFill rotWithShape="1">
          <a:blip r:embed="rId6">
            <a:alphaModFix/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9445525" y="2162175"/>
            <a:ext cx="85725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3"/>
          <p:cNvSpPr txBox="1"/>
          <p:nvPr/>
        </p:nvSpPr>
        <p:spPr>
          <a:xfrm>
            <a:off x="8127950" y="3019425"/>
            <a:ext cx="349240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PyTorch</a:t>
            </a:r>
            <a:r>
              <a:rPr lang="en-US" sz="2000" b="0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Geometric</a:t>
            </a:r>
            <a:br>
              <a:rPr lang="en-US" sz="2000" b="0" i="0" u="none" strike="noStrike" cap="none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 b="0" i="0" u="none" strike="noStrike" cap="none" dirty="0" err="1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GraphSAGE</a:t>
            </a:r>
            <a:endParaRPr sz="2000" dirty="0">
              <a:solidFill>
                <a:srgbClr val="64748B"/>
              </a:solidFill>
            </a:endParaRPr>
          </a:p>
        </p:txBody>
      </p:sp>
      <p:pic>
        <p:nvPicPr>
          <p:cNvPr id="264" name="Google Shape;264;p23" descr="image.png"/>
          <p:cNvPicPr preferRelativeResize="0"/>
          <p:nvPr/>
        </p:nvPicPr>
        <p:blipFill rotWithShape="1">
          <a:blip r:embed="rId7">
            <a:alphaModFix/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1984325" y="4219575"/>
            <a:ext cx="66675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3"/>
          <p:cNvSpPr txBox="1"/>
          <p:nvPr/>
        </p:nvSpPr>
        <p:spPr>
          <a:xfrm>
            <a:off x="571500" y="5076825"/>
            <a:ext cx="34924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NetworkX</a:t>
            </a:r>
            <a:endParaRPr sz="2000" dirty="0">
              <a:solidFill>
                <a:srgbClr val="64748B"/>
              </a:solidFill>
            </a:endParaRPr>
          </a:p>
        </p:txBody>
      </p:sp>
      <p:pic>
        <p:nvPicPr>
          <p:cNvPr id="266" name="Google Shape;266;p23" descr="image.png"/>
          <p:cNvPicPr preferRelativeResize="0"/>
          <p:nvPr/>
        </p:nvPicPr>
        <p:blipFill rotWithShape="1">
          <a:blip r:embed="rId8">
            <a:alphaModFix/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5619601" y="4219575"/>
            <a:ext cx="9525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3"/>
          <p:cNvSpPr txBox="1"/>
          <p:nvPr/>
        </p:nvSpPr>
        <p:spPr>
          <a:xfrm>
            <a:off x="4349650" y="5076825"/>
            <a:ext cx="349254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Scikit-Learn</a:t>
            </a:r>
            <a:endParaRPr sz="2000" dirty="0">
              <a:solidFill>
                <a:srgbClr val="64748B"/>
              </a:solidFill>
            </a:endParaRPr>
          </a:p>
        </p:txBody>
      </p:sp>
      <p:pic>
        <p:nvPicPr>
          <p:cNvPr id="268" name="Google Shape;268;p23" descr="image.png"/>
          <p:cNvPicPr preferRelativeResize="0"/>
          <p:nvPr/>
        </p:nvPicPr>
        <p:blipFill rotWithShape="1">
          <a:blip r:embed="rId9">
            <a:alphaModFix/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9445525" y="4219575"/>
            <a:ext cx="85725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3"/>
          <p:cNvSpPr txBox="1"/>
          <p:nvPr/>
        </p:nvSpPr>
        <p:spPr>
          <a:xfrm>
            <a:off x="8127950" y="5076825"/>
            <a:ext cx="34924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Genesim</a:t>
            </a:r>
            <a:endParaRPr sz="2000" dirty="0">
              <a:solidFill>
                <a:srgbClr val="64748B"/>
              </a:solidFill>
            </a:endParaRPr>
          </a:p>
        </p:txBody>
      </p:sp>
      <p:sp>
        <p:nvSpPr>
          <p:cNvPr id="270" name="Google Shape;270;p23"/>
          <p:cNvSpPr txBox="1"/>
          <p:nvPr/>
        </p:nvSpPr>
        <p:spPr>
          <a:xfrm>
            <a:off x="762001" y="571500"/>
            <a:ext cx="311912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tx1"/>
                </a:solidFill>
                <a:latin typeface="Outfit"/>
                <a:ea typeface="Outfit"/>
                <a:cs typeface="Outfit"/>
                <a:sym typeface="Outfit"/>
              </a:rPr>
              <a:t>Tech Stack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71" name="Google Shape;271;p23"/>
          <p:cNvSpPr/>
          <p:nvPr/>
        </p:nvSpPr>
        <p:spPr>
          <a:xfrm>
            <a:off x="571500" y="571500"/>
            <a:ext cx="47625" cy="571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Google Shape;87;p13" descr="image.png">
            <a:extLst>
              <a:ext uri="{FF2B5EF4-FFF2-40B4-BE49-F238E27FC236}">
                <a16:creationId xmlns:a16="http://schemas.microsoft.com/office/drawing/2014/main" id="{71E6FEA7-E6C1-46D2-7773-F1DF6E421F4E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-226143" y="0"/>
            <a:ext cx="12673781" cy="5060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מלבן: פינות מעוגלות 4">
            <a:extLst>
              <a:ext uri="{FF2B5EF4-FFF2-40B4-BE49-F238E27FC236}">
                <a16:creationId xmlns:a16="http://schemas.microsoft.com/office/drawing/2014/main" id="{3ECC0ADD-0AEB-4EBC-507D-741C143149FE}"/>
              </a:ext>
            </a:extLst>
          </p:cNvPr>
          <p:cNvSpPr/>
          <p:nvPr/>
        </p:nvSpPr>
        <p:spPr>
          <a:xfrm>
            <a:off x="11120284" y="6433176"/>
            <a:ext cx="855406" cy="252759"/>
          </a:xfrm>
          <a:prstGeom prst="roundRect">
            <a:avLst/>
          </a:prstGeom>
          <a:solidFill>
            <a:srgbClr val="E0EAF5">
              <a:alpha val="50000"/>
            </a:srgbClr>
          </a:solidFill>
          <a:ln>
            <a:solidFill>
              <a:srgbClr val="64748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</a:rPr>
              <a:t>Slide 11</a:t>
            </a:r>
            <a:endParaRPr lang="he-IL" dirty="0">
              <a:solidFill>
                <a:schemeClr val="tx1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84;p13" descr="image.png">
            <a:extLst>
              <a:ext uri="{FF2B5EF4-FFF2-40B4-BE49-F238E27FC236}">
                <a16:creationId xmlns:a16="http://schemas.microsoft.com/office/drawing/2014/main" id="{55A6F26F-88BD-AF99-3E8B-56A0F0D7AE22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37652" y="-88490"/>
            <a:ext cx="12496800" cy="694649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379;p26" descr="image.png">
            <a:extLst>
              <a:ext uri="{FF2B5EF4-FFF2-40B4-BE49-F238E27FC236}">
                <a16:creationId xmlns:a16="http://schemas.microsoft.com/office/drawing/2014/main" id="{6255DBD1-8393-9CFD-F822-FEBD715E2DC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0062" y="4105927"/>
            <a:ext cx="4892012" cy="22830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379;p26" descr="image.png">
            <a:extLst>
              <a:ext uri="{FF2B5EF4-FFF2-40B4-BE49-F238E27FC236}">
                <a16:creationId xmlns:a16="http://schemas.microsoft.com/office/drawing/2014/main" id="{E407DA50-897B-CE11-AB6D-061C84AA592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53012" y="4152400"/>
            <a:ext cx="4892012" cy="22830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379;p26" descr="image.png">
            <a:extLst>
              <a:ext uri="{FF2B5EF4-FFF2-40B4-BE49-F238E27FC236}">
                <a16:creationId xmlns:a16="http://schemas.microsoft.com/office/drawing/2014/main" id="{CFCD8CB9-C080-5836-5353-7EEC9C99BE9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53012" y="1613857"/>
            <a:ext cx="4892012" cy="2283023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379;p26" descr="image.png">
            <a:extLst>
              <a:ext uri="{FF2B5EF4-FFF2-40B4-BE49-F238E27FC236}">
                <a16:creationId xmlns:a16="http://schemas.microsoft.com/office/drawing/2014/main" id="{ED276D74-24C2-1EA0-4224-C8682584B03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400" y="1588144"/>
            <a:ext cx="4892012" cy="2283023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6250" y="1598860"/>
            <a:ext cx="5500687" cy="2272307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15062" y="1598860"/>
            <a:ext cx="5500687" cy="2272307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6250" y="4109293"/>
            <a:ext cx="5500687" cy="2272456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215062" y="4109293"/>
            <a:ext cx="5500687" cy="2272456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52475" y="1846510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/>
          <p:nvPr/>
        </p:nvSpPr>
        <p:spPr>
          <a:xfrm>
            <a:off x="1371600" y="1941760"/>
            <a:ext cx="184354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EA5E9"/>
                </a:solidFill>
                <a:latin typeface="Outfit"/>
                <a:ea typeface="Outfit"/>
                <a:cs typeface="Outfit"/>
                <a:sym typeface="Outfit"/>
              </a:rPr>
              <a:t>Unit Tests</a:t>
            </a:r>
            <a:endParaRPr sz="2400" dirty="0">
              <a:solidFill>
                <a:srgbClr val="0EA5E9"/>
              </a:solidFill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890587" y="2545852"/>
            <a:ext cx="478631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000" dirty="0">
                <a:solidFill>
                  <a:srgbClr val="64748B"/>
                </a:solidFill>
                <a:latin typeface="Inter" panose="020B0604020202020204" charset="0"/>
                <a:ea typeface="Inter" panose="020B0604020202020204" charset="0"/>
              </a:rPr>
              <a:t>Verify </a:t>
            </a:r>
            <a:r>
              <a:rPr lang="en-US" sz="2000" b="1" dirty="0">
                <a:solidFill>
                  <a:srgbClr val="64748B"/>
                </a:solidFill>
                <a:latin typeface="Inter" panose="020B0604020202020204" charset="0"/>
                <a:ea typeface="Inter" panose="020B0604020202020204" charset="0"/>
              </a:rPr>
              <a:t>graph connectivity</a:t>
            </a:r>
            <a:r>
              <a:rPr lang="en-US" sz="2000" dirty="0">
                <a:solidFill>
                  <a:srgbClr val="64748B"/>
                </a:solidFill>
                <a:latin typeface="Inter" panose="020B0604020202020204" charset="0"/>
                <a:ea typeface="Inter" panose="020B0604020202020204" charset="0"/>
              </a:rPr>
              <a:t>.</a:t>
            </a:r>
          </a:p>
          <a:p>
            <a:r>
              <a:rPr lang="en-US" sz="2000" dirty="0">
                <a:solidFill>
                  <a:srgbClr val="64748B"/>
                </a:solidFill>
                <a:latin typeface="Inter" panose="020B0604020202020204" charset="0"/>
                <a:ea typeface="Inter" panose="020B0604020202020204" charset="0"/>
              </a:rPr>
              <a:t>Confirm </a:t>
            </a:r>
            <a:r>
              <a:rPr lang="en-US" sz="2000" b="1" dirty="0">
                <a:solidFill>
                  <a:srgbClr val="64748B"/>
                </a:solidFill>
                <a:latin typeface="Inter" panose="020B0604020202020204" charset="0"/>
                <a:ea typeface="Inter" panose="020B0604020202020204" charset="0"/>
              </a:rPr>
              <a:t>injection rates</a:t>
            </a:r>
            <a:r>
              <a:rPr lang="en-US" sz="2000" dirty="0">
                <a:solidFill>
                  <a:srgbClr val="64748B"/>
                </a:solidFill>
                <a:latin typeface="Inter" panose="020B0604020202020204" charset="0"/>
                <a:ea typeface="Inter" panose="020B0604020202020204" charset="0"/>
              </a:rPr>
              <a:t>.</a:t>
            </a:r>
          </a:p>
          <a:p>
            <a:r>
              <a:rPr lang="en-US" sz="2000" dirty="0">
                <a:solidFill>
                  <a:srgbClr val="64748B"/>
                </a:solidFill>
                <a:latin typeface="Inter" panose="020B0604020202020204" charset="0"/>
                <a:ea typeface="Inter" panose="020B0604020202020204" charset="0"/>
              </a:rPr>
              <a:t>Validate </a:t>
            </a:r>
            <a:r>
              <a:rPr lang="en-US" sz="2000" b="1" dirty="0">
                <a:solidFill>
                  <a:srgbClr val="64748B"/>
                </a:solidFill>
                <a:latin typeface="Inter" panose="020B0604020202020204" charset="0"/>
                <a:ea typeface="Inter" panose="020B0604020202020204" charset="0"/>
              </a:rPr>
              <a:t>score ranges</a:t>
            </a:r>
            <a:r>
              <a:rPr lang="en-US" sz="2000" dirty="0">
                <a:solidFill>
                  <a:srgbClr val="64748B"/>
                </a:solidFill>
                <a:latin typeface="Inter" panose="020B0604020202020204" charset="0"/>
                <a:ea typeface="Inter" panose="020B0604020202020204" charset="0"/>
              </a:rPr>
              <a:t>.</a:t>
            </a:r>
          </a:p>
        </p:txBody>
      </p:sp>
      <p:pic>
        <p:nvPicPr>
          <p:cNvPr id="94" name="Google Shape;94;p1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491287" y="1846510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3"/>
          <p:cNvSpPr txBox="1"/>
          <p:nvPr/>
        </p:nvSpPr>
        <p:spPr>
          <a:xfrm>
            <a:off x="7110411" y="1941760"/>
            <a:ext cx="24563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7578F3"/>
                </a:solidFill>
                <a:latin typeface="Outfit"/>
                <a:ea typeface="Outfit"/>
                <a:cs typeface="Outfit"/>
                <a:sym typeface="Outfit"/>
              </a:rPr>
              <a:t>Integration Tests</a:t>
            </a:r>
            <a:endParaRPr sz="2400" dirty="0">
              <a:solidFill>
                <a:srgbClr val="7578F3"/>
              </a:solidFill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6653213" y="2541835"/>
            <a:ext cx="478631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000" b="1" dirty="0">
                <a:solidFill>
                  <a:srgbClr val="64748B"/>
                </a:solidFill>
                <a:latin typeface="Inter" panose="020B0604020202020204" charset="0"/>
                <a:ea typeface="Inter" panose="020B0604020202020204" charset="0"/>
              </a:rPr>
              <a:t>Graph → Embeddings</a:t>
            </a:r>
            <a:r>
              <a:rPr lang="en-US" sz="2000" dirty="0">
                <a:solidFill>
                  <a:srgbClr val="64748B"/>
                </a:solidFill>
                <a:latin typeface="Inter" panose="020B0604020202020204" charset="0"/>
                <a:ea typeface="Inter" panose="020B0604020202020204" charset="0"/>
              </a:rPr>
              <a:t> flow.</a:t>
            </a:r>
          </a:p>
          <a:p>
            <a:r>
              <a:rPr lang="en-US" sz="2000" b="1" dirty="0">
                <a:solidFill>
                  <a:srgbClr val="64748B"/>
                </a:solidFill>
                <a:latin typeface="Inter" panose="020B0604020202020204" charset="0"/>
                <a:ea typeface="Inter" panose="020B0604020202020204" charset="0"/>
              </a:rPr>
              <a:t>Prediction</a:t>
            </a:r>
            <a:r>
              <a:rPr lang="en-US" sz="2000" dirty="0">
                <a:solidFill>
                  <a:srgbClr val="64748B"/>
                </a:solidFill>
                <a:latin typeface="Inter" panose="020B0604020202020204" charset="0"/>
                <a:ea typeface="Inter" panose="020B0604020202020204" charset="0"/>
              </a:rPr>
              <a:t> consistency.</a:t>
            </a:r>
          </a:p>
          <a:p>
            <a:r>
              <a:rPr lang="en-US" sz="2000" dirty="0">
                <a:solidFill>
                  <a:srgbClr val="64748B"/>
                </a:solidFill>
                <a:latin typeface="Inter" panose="020B0604020202020204" charset="0"/>
                <a:ea typeface="Inter" panose="020B0604020202020204" charset="0"/>
              </a:rPr>
              <a:t>Correct </a:t>
            </a:r>
            <a:r>
              <a:rPr lang="en-US" sz="2000" b="1" dirty="0">
                <a:solidFill>
                  <a:srgbClr val="64748B"/>
                </a:solidFill>
                <a:latin typeface="Inter" panose="020B0604020202020204" charset="0"/>
                <a:ea typeface="Inter" panose="020B0604020202020204" charset="0"/>
              </a:rPr>
              <a:t>score storage</a:t>
            </a:r>
            <a:r>
              <a:rPr lang="en-US" sz="2000" dirty="0">
                <a:solidFill>
                  <a:srgbClr val="64748B"/>
                </a:solidFill>
                <a:latin typeface="Inter" panose="020B0604020202020204" charset="0"/>
                <a:ea typeface="Inter" panose="020B0604020202020204" charset="0"/>
              </a:rPr>
              <a:t>.</a:t>
            </a:r>
          </a:p>
        </p:txBody>
      </p:sp>
      <p:pic>
        <p:nvPicPr>
          <p:cNvPr id="99" name="Google Shape;99;p13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52475" y="4356943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3"/>
          <p:cNvSpPr txBox="1"/>
          <p:nvPr/>
        </p:nvSpPr>
        <p:spPr>
          <a:xfrm>
            <a:off x="1371599" y="4452193"/>
            <a:ext cx="399681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22C55E"/>
                </a:solidFill>
                <a:latin typeface="Outfit"/>
                <a:ea typeface="Outfit"/>
                <a:cs typeface="Outfit"/>
                <a:sym typeface="Outfit"/>
              </a:rPr>
              <a:t>End-to-End System Tests</a:t>
            </a:r>
            <a:endParaRPr sz="2400" dirty="0">
              <a:solidFill>
                <a:srgbClr val="22C55E"/>
              </a:solidFill>
            </a:endParaRPr>
          </a:p>
        </p:txBody>
      </p:sp>
      <p:sp>
        <p:nvSpPr>
          <p:cNvPr id="101" name="Google Shape;101;p13"/>
          <p:cNvSpPr txBox="1"/>
          <p:nvPr/>
        </p:nvSpPr>
        <p:spPr>
          <a:xfrm>
            <a:off x="890587" y="5017935"/>
            <a:ext cx="478631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000" dirty="0">
                <a:solidFill>
                  <a:srgbClr val="64748B"/>
                </a:solidFill>
                <a:latin typeface="Inter" panose="020B0604020202020204" charset="0"/>
                <a:ea typeface="Inter" panose="020B0604020202020204" charset="0"/>
              </a:rPr>
              <a:t>Execute </a:t>
            </a:r>
            <a:r>
              <a:rPr lang="en-US" sz="2000" b="1" dirty="0">
                <a:solidFill>
                  <a:srgbClr val="64748B"/>
                </a:solidFill>
                <a:latin typeface="Inter" panose="020B0604020202020204" charset="0"/>
                <a:ea typeface="Inter" panose="020B0604020202020204" charset="0"/>
              </a:rPr>
              <a:t>full workflow</a:t>
            </a:r>
            <a:r>
              <a:rPr lang="en-US" sz="2000" dirty="0">
                <a:solidFill>
                  <a:srgbClr val="64748B"/>
                </a:solidFill>
                <a:latin typeface="Inter" panose="020B0604020202020204" charset="0"/>
                <a:ea typeface="Inter" panose="020B0604020202020204" charset="0"/>
              </a:rPr>
              <a:t>.</a:t>
            </a:r>
          </a:p>
          <a:p>
            <a:r>
              <a:rPr lang="en-US" sz="2000" dirty="0">
                <a:solidFill>
                  <a:srgbClr val="64748B"/>
                </a:solidFill>
                <a:latin typeface="Inter" panose="020B0604020202020204" charset="0"/>
                <a:ea typeface="Inter" panose="020B0604020202020204" charset="0"/>
              </a:rPr>
              <a:t>Validate all </a:t>
            </a:r>
            <a:r>
              <a:rPr lang="en-US" sz="2000" b="1" dirty="0">
                <a:solidFill>
                  <a:srgbClr val="64748B"/>
                </a:solidFill>
                <a:latin typeface="Inter" panose="020B0604020202020204" charset="0"/>
                <a:ea typeface="Inter" panose="020B0604020202020204" charset="0"/>
              </a:rPr>
              <a:t>outputs</a:t>
            </a:r>
            <a:r>
              <a:rPr lang="en-US" sz="2000" dirty="0">
                <a:solidFill>
                  <a:srgbClr val="64748B"/>
                </a:solidFill>
                <a:latin typeface="Inter" panose="020B0604020202020204" charset="0"/>
                <a:ea typeface="Inter" panose="020B0604020202020204" charset="0"/>
              </a:rPr>
              <a:t>.</a:t>
            </a:r>
          </a:p>
          <a:p>
            <a:r>
              <a:rPr lang="en-US" sz="2000" dirty="0">
                <a:solidFill>
                  <a:srgbClr val="64748B"/>
                </a:solidFill>
                <a:latin typeface="Inter" panose="020B0604020202020204" charset="0"/>
                <a:ea typeface="Inter" panose="020B0604020202020204" charset="0"/>
              </a:rPr>
              <a:t>Ensure </a:t>
            </a:r>
            <a:r>
              <a:rPr lang="en-US" sz="2000" b="1" dirty="0">
                <a:solidFill>
                  <a:srgbClr val="64748B"/>
                </a:solidFill>
                <a:latin typeface="Inter" panose="020B0604020202020204" charset="0"/>
                <a:ea typeface="Inter" panose="020B0604020202020204" charset="0"/>
              </a:rPr>
              <a:t>result consistency</a:t>
            </a:r>
            <a:r>
              <a:rPr lang="en-US" sz="2000" dirty="0">
                <a:solidFill>
                  <a:srgbClr val="64748B"/>
                </a:solidFill>
                <a:latin typeface="Inter" panose="020B0604020202020204" charset="0"/>
                <a:ea typeface="Inter" panose="020B0604020202020204" charset="0"/>
              </a:rPr>
              <a:t>.</a:t>
            </a:r>
          </a:p>
        </p:txBody>
      </p:sp>
      <p:pic>
        <p:nvPicPr>
          <p:cNvPr id="104" name="Google Shape;104;p13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491287" y="4356943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3"/>
          <p:cNvSpPr txBox="1"/>
          <p:nvPr/>
        </p:nvSpPr>
        <p:spPr>
          <a:xfrm>
            <a:off x="7110411" y="4452193"/>
            <a:ext cx="221056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F472B6"/>
                </a:solidFill>
                <a:latin typeface="Outfit"/>
                <a:ea typeface="Outfit"/>
                <a:cs typeface="Outfit"/>
                <a:sym typeface="Outfit"/>
              </a:rPr>
              <a:t>Load Testing</a:t>
            </a:r>
            <a:endParaRPr sz="2400" dirty="0">
              <a:solidFill>
                <a:srgbClr val="F472B6"/>
              </a:solidFill>
            </a:endParaRPr>
          </a:p>
        </p:txBody>
      </p:sp>
      <p:sp>
        <p:nvSpPr>
          <p:cNvPr id="106" name="Google Shape;106;p13"/>
          <p:cNvSpPr txBox="1"/>
          <p:nvPr/>
        </p:nvSpPr>
        <p:spPr>
          <a:xfrm>
            <a:off x="6729412" y="5080843"/>
            <a:ext cx="478631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000" b="1" dirty="0">
                <a:solidFill>
                  <a:srgbClr val="64748B"/>
                </a:solidFill>
                <a:latin typeface="Inter" panose="020B0604020202020204" charset="0"/>
                <a:ea typeface="Inter" panose="020B0604020202020204" charset="0"/>
              </a:rPr>
              <a:t>High perturbation</a:t>
            </a:r>
            <a:r>
              <a:rPr lang="en-US" sz="2000" dirty="0">
                <a:solidFill>
                  <a:srgbClr val="64748B"/>
                </a:solidFill>
                <a:latin typeface="Inter" panose="020B0604020202020204" charset="0"/>
                <a:ea typeface="Inter" panose="020B0604020202020204" charset="0"/>
              </a:rPr>
              <a:t> rates.</a:t>
            </a:r>
          </a:p>
          <a:p>
            <a:r>
              <a:rPr lang="en-US" sz="2000" b="1" dirty="0">
                <a:solidFill>
                  <a:srgbClr val="64748B"/>
                </a:solidFill>
                <a:latin typeface="Inter" panose="020B0604020202020204" charset="0"/>
                <a:ea typeface="Inter" panose="020B0604020202020204" charset="0"/>
              </a:rPr>
              <a:t>Sparse network</a:t>
            </a:r>
            <a:r>
              <a:rPr lang="en-US" sz="2000" dirty="0">
                <a:solidFill>
                  <a:srgbClr val="64748B"/>
                </a:solidFill>
                <a:latin typeface="Inter" panose="020B0604020202020204" charset="0"/>
                <a:ea typeface="Inter" panose="020B0604020202020204" charset="0"/>
              </a:rPr>
              <a:t> handling.</a:t>
            </a:r>
          </a:p>
          <a:p>
            <a:r>
              <a:rPr lang="en-US" sz="2000" b="1" dirty="0">
                <a:solidFill>
                  <a:srgbClr val="64748B"/>
                </a:solidFill>
                <a:latin typeface="Inter" panose="020B0604020202020204" charset="0"/>
                <a:ea typeface="Inter" panose="020B0604020202020204" charset="0"/>
              </a:rPr>
              <a:t>Graceful</a:t>
            </a:r>
            <a:r>
              <a:rPr lang="en-US" sz="2000" dirty="0">
                <a:solidFill>
                  <a:srgbClr val="64748B"/>
                </a:solidFill>
                <a:latin typeface="Inter" panose="020B0604020202020204" charset="0"/>
                <a:ea typeface="Inter" panose="020B0604020202020204" charset="0"/>
              </a:rPr>
              <a:t> error handling.</a:t>
            </a:r>
          </a:p>
        </p:txBody>
      </p:sp>
      <p:pic>
        <p:nvPicPr>
          <p:cNvPr id="109" name="Google Shape;109;p13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76300" y="197033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 txBox="1"/>
          <p:nvPr/>
        </p:nvSpPr>
        <p:spPr>
          <a:xfrm>
            <a:off x="752475" y="2570410"/>
            <a:ext cx="85725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›</a:t>
            </a:r>
            <a:endParaRPr>
              <a:solidFill>
                <a:srgbClr val="64748B"/>
              </a:solidFill>
            </a:endParaRPr>
          </a:p>
        </p:txBody>
      </p:sp>
      <p:sp>
        <p:nvSpPr>
          <p:cNvPr id="111" name="Google Shape;111;p13"/>
          <p:cNvSpPr txBox="1"/>
          <p:nvPr/>
        </p:nvSpPr>
        <p:spPr>
          <a:xfrm>
            <a:off x="752475" y="2886521"/>
            <a:ext cx="85725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›</a:t>
            </a:r>
            <a:endParaRPr dirty="0">
              <a:solidFill>
                <a:srgbClr val="64748B"/>
              </a:solidFill>
            </a:endParaRPr>
          </a:p>
        </p:txBody>
      </p:sp>
      <p:sp>
        <p:nvSpPr>
          <p:cNvPr id="112" name="Google Shape;112;p13"/>
          <p:cNvSpPr txBox="1"/>
          <p:nvPr/>
        </p:nvSpPr>
        <p:spPr>
          <a:xfrm>
            <a:off x="752475" y="3202632"/>
            <a:ext cx="85725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›</a:t>
            </a:r>
            <a:endParaRPr dirty="0">
              <a:solidFill>
                <a:srgbClr val="64748B"/>
              </a:solidFill>
            </a:endParaRPr>
          </a:p>
        </p:txBody>
      </p:sp>
      <p:pic>
        <p:nvPicPr>
          <p:cNvPr id="113" name="Google Shape;113;p13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6615112" y="197033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3"/>
          <p:cNvSpPr txBox="1"/>
          <p:nvPr/>
        </p:nvSpPr>
        <p:spPr>
          <a:xfrm>
            <a:off x="6491287" y="2570410"/>
            <a:ext cx="85725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›</a:t>
            </a:r>
            <a:endParaRPr>
              <a:solidFill>
                <a:srgbClr val="64748B"/>
              </a:solidFill>
            </a:endParaRPr>
          </a:p>
        </p:txBody>
      </p:sp>
      <p:sp>
        <p:nvSpPr>
          <p:cNvPr id="115" name="Google Shape;115;p13"/>
          <p:cNvSpPr txBox="1"/>
          <p:nvPr/>
        </p:nvSpPr>
        <p:spPr>
          <a:xfrm>
            <a:off x="6491287" y="2886521"/>
            <a:ext cx="85725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›</a:t>
            </a:r>
            <a:endParaRPr>
              <a:solidFill>
                <a:srgbClr val="64748B"/>
              </a:solidFill>
            </a:endParaRPr>
          </a:p>
        </p:txBody>
      </p:sp>
      <p:sp>
        <p:nvSpPr>
          <p:cNvPr id="116" name="Google Shape;116;p13"/>
          <p:cNvSpPr txBox="1"/>
          <p:nvPr/>
        </p:nvSpPr>
        <p:spPr>
          <a:xfrm>
            <a:off x="6491287" y="3202632"/>
            <a:ext cx="85725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›</a:t>
            </a:r>
            <a:endParaRPr dirty="0">
              <a:solidFill>
                <a:srgbClr val="64748B"/>
              </a:solidFill>
            </a:endParaRPr>
          </a:p>
        </p:txBody>
      </p:sp>
      <p:pic>
        <p:nvPicPr>
          <p:cNvPr id="117" name="Google Shape;117;p13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890587" y="4480768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3"/>
          <p:cNvSpPr txBox="1"/>
          <p:nvPr/>
        </p:nvSpPr>
        <p:spPr>
          <a:xfrm>
            <a:off x="752475" y="5080843"/>
            <a:ext cx="85725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›</a:t>
            </a:r>
            <a:endParaRPr>
              <a:solidFill>
                <a:srgbClr val="64748B"/>
              </a:solidFill>
            </a:endParaRPr>
          </a:p>
        </p:txBody>
      </p:sp>
      <p:sp>
        <p:nvSpPr>
          <p:cNvPr id="119" name="Google Shape;119;p13"/>
          <p:cNvSpPr txBox="1"/>
          <p:nvPr/>
        </p:nvSpPr>
        <p:spPr>
          <a:xfrm>
            <a:off x="752475" y="5396954"/>
            <a:ext cx="85725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›</a:t>
            </a:r>
            <a:endParaRPr>
              <a:solidFill>
                <a:srgbClr val="64748B"/>
              </a:solidFill>
            </a:endParaRPr>
          </a:p>
        </p:txBody>
      </p:sp>
      <p:sp>
        <p:nvSpPr>
          <p:cNvPr id="120" name="Google Shape;120;p13"/>
          <p:cNvSpPr txBox="1"/>
          <p:nvPr/>
        </p:nvSpPr>
        <p:spPr>
          <a:xfrm>
            <a:off x="752475" y="5713065"/>
            <a:ext cx="85725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›</a:t>
            </a:r>
            <a:endParaRPr>
              <a:solidFill>
                <a:srgbClr val="64748B"/>
              </a:solidFill>
            </a:endParaRPr>
          </a:p>
        </p:txBody>
      </p:sp>
      <p:pic>
        <p:nvPicPr>
          <p:cNvPr id="121" name="Google Shape;121;p13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6615112" y="448076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3"/>
          <p:cNvSpPr txBox="1"/>
          <p:nvPr/>
        </p:nvSpPr>
        <p:spPr>
          <a:xfrm>
            <a:off x="6491287" y="5080843"/>
            <a:ext cx="85725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›</a:t>
            </a:r>
            <a:endParaRPr>
              <a:solidFill>
                <a:srgbClr val="64748B"/>
              </a:solidFill>
            </a:endParaRPr>
          </a:p>
        </p:txBody>
      </p:sp>
      <p:sp>
        <p:nvSpPr>
          <p:cNvPr id="123" name="Google Shape;123;p13"/>
          <p:cNvSpPr txBox="1"/>
          <p:nvPr/>
        </p:nvSpPr>
        <p:spPr>
          <a:xfrm>
            <a:off x="6491287" y="5396954"/>
            <a:ext cx="85725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›</a:t>
            </a:r>
            <a:endParaRPr>
              <a:solidFill>
                <a:srgbClr val="64748B"/>
              </a:solidFill>
            </a:endParaRPr>
          </a:p>
        </p:txBody>
      </p:sp>
      <p:sp>
        <p:nvSpPr>
          <p:cNvPr id="124" name="Google Shape;124;p13"/>
          <p:cNvSpPr txBox="1"/>
          <p:nvPr/>
        </p:nvSpPr>
        <p:spPr>
          <a:xfrm>
            <a:off x="6491287" y="5713065"/>
            <a:ext cx="85725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›</a:t>
            </a:r>
            <a:endParaRPr>
              <a:solidFill>
                <a:srgbClr val="64748B"/>
              </a:solidFill>
            </a:endParaRPr>
          </a:p>
        </p:txBody>
      </p:sp>
      <p:pic>
        <p:nvPicPr>
          <p:cNvPr id="4" name="Google Shape;87;p13" descr="image.png">
            <a:extLst>
              <a:ext uri="{FF2B5EF4-FFF2-40B4-BE49-F238E27FC236}">
                <a16:creationId xmlns:a16="http://schemas.microsoft.com/office/drawing/2014/main" id="{7D2DE48B-4BAD-13F9-57E4-4A2822D2C6CA}"/>
              </a:ext>
            </a:extLst>
          </p:cNvPr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-226143" y="0"/>
            <a:ext cx="12673781" cy="5060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מלבן: פינות מעוגלות 4">
            <a:extLst>
              <a:ext uri="{FF2B5EF4-FFF2-40B4-BE49-F238E27FC236}">
                <a16:creationId xmlns:a16="http://schemas.microsoft.com/office/drawing/2014/main" id="{117F5C1F-AC0B-0DC1-5252-C1D0BA9D9243}"/>
              </a:ext>
            </a:extLst>
          </p:cNvPr>
          <p:cNvSpPr/>
          <p:nvPr/>
        </p:nvSpPr>
        <p:spPr>
          <a:xfrm>
            <a:off x="11120284" y="6433176"/>
            <a:ext cx="855406" cy="252759"/>
          </a:xfrm>
          <a:prstGeom prst="roundRect">
            <a:avLst/>
          </a:prstGeom>
          <a:solidFill>
            <a:srgbClr val="E0EAF5">
              <a:alpha val="50000"/>
            </a:srgbClr>
          </a:solidFill>
          <a:ln>
            <a:solidFill>
              <a:srgbClr val="64748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</a:rPr>
              <a:t>Slide 12</a:t>
            </a:r>
            <a:endParaRPr lang="he-IL" dirty="0">
              <a:solidFill>
                <a:schemeClr val="tx1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" name="Google Shape;325;p25">
            <a:extLst>
              <a:ext uri="{FF2B5EF4-FFF2-40B4-BE49-F238E27FC236}">
                <a16:creationId xmlns:a16="http://schemas.microsoft.com/office/drawing/2014/main" id="{292C8B01-44E5-B26C-88B3-783F0C795DD5}"/>
              </a:ext>
            </a:extLst>
          </p:cNvPr>
          <p:cNvSpPr/>
          <p:nvPr/>
        </p:nvSpPr>
        <p:spPr>
          <a:xfrm>
            <a:off x="571500" y="571500"/>
            <a:ext cx="47625" cy="571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324;p25">
            <a:extLst>
              <a:ext uri="{FF2B5EF4-FFF2-40B4-BE49-F238E27FC236}">
                <a16:creationId xmlns:a16="http://schemas.microsoft.com/office/drawing/2014/main" id="{0ACD870A-D4A0-882A-2047-E2119EFBD0EC}"/>
              </a:ext>
            </a:extLst>
          </p:cNvPr>
          <p:cNvSpPr txBox="1"/>
          <p:nvPr/>
        </p:nvSpPr>
        <p:spPr>
          <a:xfrm>
            <a:off x="762000" y="571500"/>
            <a:ext cx="1140142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tx1"/>
                </a:solidFill>
                <a:latin typeface="Outfit"/>
                <a:ea typeface="Outfit"/>
                <a:cs typeface="Outfit"/>
                <a:sym typeface="Outfit"/>
              </a:rPr>
              <a:t>Testing </a:t>
            </a:r>
            <a:r>
              <a:rPr lang="en-US" sz="3600" b="1" i="0" u="none" strike="noStrike" cap="none" dirty="0">
                <a:solidFill>
                  <a:schemeClr val="tx1"/>
                </a:solidFill>
                <a:latin typeface="Outfit"/>
                <a:ea typeface="Outfit"/>
                <a:cs typeface="Outfit"/>
                <a:sym typeface="Outfit"/>
              </a:rPr>
              <a:t>Plan</a:t>
            </a:r>
            <a:endParaRPr sz="3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DD4ADBC9-505A-4D0A-929B-0DA51AAC04B5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37652" y="-88490"/>
            <a:ext cx="12496800" cy="694649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מלבן: פינות מעוגלות 4">
            <a:extLst>
              <a:ext uri="{FF2B5EF4-FFF2-40B4-BE49-F238E27FC236}">
                <a16:creationId xmlns:a16="http://schemas.microsoft.com/office/drawing/2014/main" id="{DC25887C-4BAB-2B85-CB26-CF4120120047}"/>
              </a:ext>
            </a:extLst>
          </p:cNvPr>
          <p:cNvSpPr/>
          <p:nvPr/>
        </p:nvSpPr>
        <p:spPr>
          <a:xfrm>
            <a:off x="1729341" y="1516109"/>
            <a:ext cx="8283809" cy="983633"/>
          </a:xfrm>
          <a:prstGeom prst="roundRect">
            <a:avLst/>
          </a:prstGeom>
          <a:solidFill>
            <a:srgbClr val="E0EAF5"/>
          </a:solidFill>
          <a:ln>
            <a:solidFill>
              <a:srgbClr val="37BBF5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sp>
        <p:nvSpPr>
          <p:cNvPr id="7" name="מלבן: פינות מעוגלות 6">
            <a:extLst>
              <a:ext uri="{FF2B5EF4-FFF2-40B4-BE49-F238E27FC236}">
                <a16:creationId xmlns:a16="http://schemas.microsoft.com/office/drawing/2014/main" id="{46539D27-0CA1-E754-EFA1-FCFAE85EB103}"/>
              </a:ext>
            </a:extLst>
          </p:cNvPr>
          <p:cNvSpPr/>
          <p:nvPr/>
        </p:nvSpPr>
        <p:spPr>
          <a:xfrm>
            <a:off x="809242" y="2701683"/>
            <a:ext cx="10653252" cy="983633"/>
          </a:xfrm>
          <a:prstGeom prst="roundRect">
            <a:avLst/>
          </a:prstGeom>
          <a:solidFill>
            <a:srgbClr val="E0EAF5"/>
          </a:solidFill>
          <a:ln>
            <a:solidFill>
              <a:srgbClr val="37BBF5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6" name="מלבן: פינות מעוגלות 5">
            <a:extLst>
              <a:ext uri="{FF2B5EF4-FFF2-40B4-BE49-F238E27FC236}">
                <a16:creationId xmlns:a16="http://schemas.microsoft.com/office/drawing/2014/main" id="{43E4BE86-5CFD-3B9F-D58C-6C65A455F459}"/>
              </a:ext>
            </a:extLst>
          </p:cNvPr>
          <p:cNvSpPr/>
          <p:nvPr/>
        </p:nvSpPr>
        <p:spPr>
          <a:xfrm>
            <a:off x="190369" y="4007672"/>
            <a:ext cx="11923158" cy="2374903"/>
          </a:xfrm>
          <a:prstGeom prst="roundRect">
            <a:avLst/>
          </a:prstGeom>
          <a:solidFill>
            <a:srgbClr val="E0EAF5"/>
          </a:solidFill>
          <a:ln>
            <a:solidFill>
              <a:srgbClr val="37BBF5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310" name="Google Shape;310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90394" y="4519613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5"/>
          <p:cNvSpPr txBox="1"/>
          <p:nvPr/>
        </p:nvSpPr>
        <p:spPr>
          <a:xfrm>
            <a:off x="190368" y="5405646"/>
            <a:ext cx="359405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Inject Noise</a:t>
            </a:r>
            <a:endParaRPr sz="2000" b="1" dirty="0">
              <a:solidFill>
                <a:srgbClr val="64748B"/>
              </a:solidFill>
            </a:endParaRPr>
          </a:p>
        </p:txBody>
      </p:sp>
      <p:sp>
        <p:nvSpPr>
          <p:cNvPr id="312" name="Google Shape;312;p25"/>
          <p:cNvSpPr txBox="1"/>
          <p:nvPr/>
        </p:nvSpPr>
        <p:spPr>
          <a:xfrm>
            <a:off x="376237" y="5728879"/>
            <a:ext cx="35940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Add P% artificial edges.</a:t>
            </a:r>
            <a:endParaRPr sz="2000" dirty="0">
              <a:solidFill>
                <a:srgbClr val="64748B"/>
              </a:solidFill>
            </a:endParaRPr>
          </a:p>
        </p:txBody>
      </p:sp>
      <p:pic>
        <p:nvPicPr>
          <p:cNvPr id="314" name="Google Shape;314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43633" y="4519613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25"/>
          <p:cNvSpPr txBox="1"/>
          <p:nvPr/>
        </p:nvSpPr>
        <p:spPr>
          <a:xfrm>
            <a:off x="4009814" y="5471696"/>
            <a:ext cx="359405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Assess</a:t>
            </a:r>
            <a:endParaRPr sz="2000" b="1" dirty="0">
              <a:solidFill>
                <a:srgbClr val="64748B"/>
              </a:solidFill>
            </a:endParaRPr>
          </a:p>
        </p:txBody>
      </p:sp>
      <p:sp>
        <p:nvSpPr>
          <p:cNvPr id="316" name="Google Shape;316;p25"/>
          <p:cNvSpPr txBox="1"/>
          <p:nvPr/>
        </p:nvSpPr>
        <p:spPr>
          <a:xfrm>
            <a:off x="4000876" y="5757863"/>
            <a:ext cx="406005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Apply Structural Stability Pipeline.</a:t>
            </a:r>
            <a:endParaRPr sz="2000" dirty="0">
              <a:solidFill>
                <a:srgbClr val="64748B"/>
              </a:solidFill>
            </a:endParaRPr>
          </a:p>
        </p:txBody>
      </p:sp>
      <p:pic>
        <p:nvPicPr>
          <p:cNvPr id="318" name="Google Shape;318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84023" y="4497586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25"/>
          <p:cNvSpPr txBox="1"/>
          <p:nvPr/>
        </p:nvSpPr>
        <p:spPr>
          <a:xfrm>
            <a:off x="8268072" y="5450086"/>
            <a:ext cx="359405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Evaluate</a:t>
            </a:r>
            <a:endParaRPr sz="2000" b="1" dirty="0">
              <a:solidFill>
                <a:srgbClr val="64748B"/>
              </a:solidFill>
            </a:endParaRPr>
          </a:p>
        </p:txBody>
      </p:sp>
      <p:sp>
        <p:nvSpPr>
          <p:cNvPr id="320" name="Google Shape;320;p25"/>
          <p:cNvSpPr txBox="1"/>
          <p:nvPr/>
        </p:nvSpPr>
        <p:spPr>
          <a:xfrm>
            <a:off x="8103369" y="5776110"/>
            <a:ext cx="406005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Detection of injected anomalies.</a:t>
            </a:r>
            <a:endParaRPr sz="2000" dirty="0">
              <a:solidFill>
                <a:srgbClr val="64748B"/>
              </a:solidFill>
            </a:endParaRPr>
          </a:p>
        </p:txBody>
      </p:sp>
      <p:pic>
        <p:nvPicPr>
          <p:cNvPr id="321" name="Google Shape;321;p2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818994" y="4748213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2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672233" y="4748213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2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950723" y="4726186"/>
            <a:ext cx="2286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25"/>
          <p:cNvSpPr txBox="1"/>
          <p:nvPr/>
        </p:nvSpPr>
        <p:spPr>
          <a:xfrm>
            <a:off x="762000" y="571500"/>
            <a:ext cx="1140142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tx1"/>
                </a:solidFill>
                <a:latin typeface="Outfit"/>
                <a:ea typeface="Outfit"/>
                <a:cs typeface="Outfit"/>
                <a:sym typeface="Outfit"/>
              </a:rPr>
              <a:t>Validation Procedure: Controlled Noise Injection</a:t>
            </a:r>
            <a:endParaRPr sz="3600" dirty="0">
              <a:solidFill>
                <a:schemeClr val="tx1"/>
              </a:solidFill>
            </a:endParaRPr>
          </a:p>
        </p:txBody>
      </p:sp>
      <p:sp>
        <p:nvSpPr>
          <p:cNvPr id="325" name="Google Shape;325;p25"/>
          <p:cNvSpPr/>
          <p:nvPr/>
        </p:nvSpPr>
        <p:spPr>
          <a:xfrm>
            <a:off x="571500" y="571500"/>
            <a:ext cx="47625" cy="571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E5BC50F3-1AD5-3A1B-FA14-749B2DEF6A84}"/>
              </a:ext>
            </a:extLst>
          </p:cNvPr>
          <p:cNvSpPr txBox="1"/>
          <p:nvPr/>
        </p:nvSpPr>
        <p:spPr>
          <a:xfrm>
            <a:off x="2178850" y="1538600"/>
            <a:ext cx="6816362" cy="875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algn="ctr" rt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b="1" kern="100" dirty="0">
                <a:solidFill>
                  <a:srgbClr val="37BBF5"/>
                </a:solidFill>
                <a:effectLst/>
                <a:latin typeface="Inter" panose="020B0604020202020204" charset="0"/>
                <a:ea typeface="Inter" panose="020B0604020202020204" charset="0"/>
                <a:cs typeface="Arial" panose="020B0604020202020204" pitchFamily="34" charset="0"/>
              </a:rPr>
              <a:t>Challenge:</a:t>
            </a:r>
          </a:p>
          <a:p>
            <a:pPr marL="228600" marR="0" algn="ctr" rt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kern="100" dirty="0">
                <a:solidFill>
                  <a:srgbClr val="64748B"/>
                </a:solidFill>
                <a:effectLst/>
                <a:latin typeface="Inter" panose="020B0604020202020204" charset="0"/>
                <a:ea typeface="Inter" panose="020B0604020202020204" charset="0"/>
                <a:cs typeface="Arial" panose="020B0604020202020204" pitchFamily="34" charset="0"/>
              </a:rPr>
              <a:t> How to validate without ground truth labels?</a:t>
            </a:r>
          </a:p>
        </p:txBody>
      </p:sp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02804D61-F773-781D-7C1A-F702E20BB801}"/>
              </a:ext>
            </a:extLst>
          </p:cNvPr>
          <p:cNvSpPr txBox="1"/>
          <p:nvPr/>
        </p:nvSpPr>
        <p:spPr>
          <a:xfrm>
            <a:off x="537626" y="4055836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kern="100" dirty="0">
                <a:solidFill>
                  <a:srgbClr val="37BBF5"/>
                </a:solidFill>
                <a:effectLst/>
                <a:latin typeface="Inter" panose="020B0604020202020204" charset="0"/>
                <a:ea typeface="Inter" panose="020B0604020202020204" charset="0"/>
                <a:cs typeface="Arial" panose="020B0604020202020204" pitchFamily="34" charset="0"/>
              </a:rPr>
              <a:t>Procedure: </a:t>
            </a:r>
            <a:endParaRPr lang="he-IL" sz="2000" dirty="0">
              <a:solidFill>
                <a:srgbClr val="37BBF5"/>
              </a:solidFill>
            </a:endParaRPr>
          </a:p>
        </p:txBody>
      </p:sp>
      <p:sp>
        <p:nvSpPr>
          <p:cNvPr id="13" name="תיבת טקסט 12">
            <a:extLst>
              <a:ext uri="{FF2B5EF4-FFF2-40B4-BE49-F238E27FC236}">
                <a16:creationId xmlns:a16="http://schemas.microsoft.com/office/drawing/2014/main" id="{D3EB6BC3-95EA-CF01-807E-32727BAD3815}"/>
              </a:ext>
            </a:extLst>
          </p:cNvPr>
          <p:cNvSpPr txBox="1"/>
          <p:nvPr/>
        </p:nvSpPr>
        <p:spPr>
          <a:xfrm>
            <a:off x="1730248" y="2297802"/>
            <a:ext cx="8470851" cy="1332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algn="ctr" rtl="0">
              <a:lnSpc>
                <a:spcPct val="115000"/>
              </a:lnSpc>
              <a:spcAft>
                <a:spcPts val="800"/>
              </a:spcAft>
              <a:buNone/>
            </a:pPr>
            <a:endParaRPr lang="en-US" sz="2000" kern="100" dirty="0">
              <a:solidFill>
                <a:srgbClr val="64748B"/>
              </a:solidFill>
              <a:latin typeface="Inter" panose="020B0604020202020204" charset="0"/>
              <a:ea typeface="Inter" panose="020B0604020202020204" charset="0"/>
              <a:cs typeface="Arial" panose="020B0604020202020204" pitchFamily="34" charset="0"/>
            </a:endParaRPr>
          </a:p>
          <a:p>
            <a:pPr marL="228600" marR="0" algn="ctr" rt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b="1" kern="100" dirty="0">
                <a:solidFill>
                  <a:srgbClr val="37BBF5"/>
                </a:solidFill>
                <a:effectLst/>
                <a:latin typeface="Inter" panose="020B0604020202020204" charset="0"/>
                <a:ea typeface="Inter" panose="020B0604020202020204" charset="0"/>
                <a:cs typeface="Arial" panose="020B0604020202020204" pitchFamily="34" charset="0"/>
              </a:rPr>
              <a:t>Proposed Approach</a:t>
            </a:r>
            <a:r>
              <a:rPr lang="en-US" sz="2000" kern="100" dirty="0">
                <a:solidFill>
                  <a:srgbClr val="37BBF5"/>
                </a:solidFill>
                <a:effectLst/>
                <a:latin typeface="Inter" panose="020B0604020202020204" charset="0"/>
                <a:ea typeface="Inter" panose="020B0604020202020204" charset="0"/>
                <a:cs typeface="Arial" panose="020B0604020202020204" pitchFamily="34" charset="0"/>
              </a:rPr>
              <a:t>: </a:t>
            </a:r>
          </a:p>
          <a:p>
            <a:pPr marL="228600" marR="0" algn="ctr" rt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kern="100" dirty="0">
                <a:solidFill>
                  <a:srgbClr val="64748B"/>
                </a:solidFill>
                <a:effectLst/>
                <a:latin typeface="Inter" panose="020B0604020202020204" charset="0"/>
                <a:ea typeface="Inter" panose="020B0604020202020204" charset="0"/>
                <a:cs typeface="Arial" panose="020B0604020202020204" pitchFamily="34" charset="0"/>
              </a:rPr>
              <a:t>Use </a:t>
            </a:r>
            <a:r>
              <a:rPr lang="en-US" sz="2000" b="1" kern="100" dirty="0">
                <a:solidFill>
                  <a:srgbClr val="64748B"/>
                </a:solidFill>
                <a:effectLst/>
                <a:latin typeface="Inter" panose="020B0604020202020204" charset="0"/>
                <a:ea typeface="Inter" panose="020B0604020202020204" charset="0"/>
                <a:cs typeface="Arial" panose="020B0604020202020204" pitchFamily="34" charset="0"/>
              </a:rPr>
              <a:t>controlled noise injection</a:t>
            </a:r>
            <a:r>
              <a:rPr lang="en-US" sz="2000" kern="100" dirty="0">
                <a:solidFill>
                  <a:srgbClr val="64748B"/>
                </a:solidFill>
                <a:effectLst/>
                <a:latin typeface="Inter" panose="020B0604020202020204" charset="0"/>
                <a:ea typeface="Inter" panose="020B0604020202020204" charset="0"/>
                <a:cs typeface="Arial" panose="020B0604020202020204" pitchFamily="34" charset="0"/>
              </a:rPr>
              <a:t> to simulate manipulative citations.</a:t>
            </a:r>
          </a:p>
        </p:txBody>
      </p:sp>
      <p:pic>
        <p:nvPicPr>
          <p:cNvPr id="4" name="Google Shape;87;p13" descr="image.png">
            <a:extLst>
              <a:ext uri="{FF2B5EF4-FFF2-40B4-BE49-F238E27FC236}">
                <a16:creationId xmlns:a16="http://schemas.microsoft.com/office/drawing/2014/main" id="{CFED13C3-25F4-FD41-410C-1C7DA674C4FF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-226143" y="0"/>
            <a:ext cx="12673781" cy="50601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מלבן: פינות מעוגלות 7">
            <a:extLst>
              <a:ext uri="{FF2B5EF4-FFF2-40B4-BE49-F238E27FC236}">
                <a16:creationId xmlns:a16="http://schemas.microsoft.com/office/drawing/2014/main" id="{D1328F1C-BA6D-15E6-6412-B57DF3A10643}"/>
              </a:ext>
            </a:extLst>
          </p:cNvPr>
          <p:cNvSpPr/>
          <p:nvPr/>
        </p:nvSpPr>
        <p:spPr>
          <a:xfrm>
            <a:off x="11120284" y="6433176"/>
            <a:ext cx="855406" cy="252759"/>
          </a:xfrm>
          <a:prstGeom prst="roundRect">
            <a:avLst/>
          </a:prstGeom>
          <a:solidFill>
            <a:srgbClr val="E0EAF5">
              <a:alpha val="50000"/>
            </a:srgbClr>
          </a:solidFill>
          <a:ln>
            <a:solidFill>
              <a:srgbClr val="64748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</a:rPr>
              <a:t>Slide 13</a:t>
            </a:r>
            <a:endParaRPr lang="he-IL" dirty="0">
              <a:solidFill>
                <a:schemeClr val="tx1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84;p13" descr="image.png">
            <a:extLst>
              <a:ext uri="{FF2B5EF4-FFF2-40B4-BE49-F238E27FC236}">
                <a16:creationId xmlns:a16="http://schemas.microsoft.com/office/drawing/2014/main" id="{3DE3C309-F319-626A-62D0-C5E78E440A24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37652" y="-88490"/>
            <a:ext cx="12496800" cy="694649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379;p26" descr="image.png">
            <a:extLst>
              <a:ext uri="{FF2B5EF4-FFF2-40B4-BE49-F238E27FC236}">
                <a16:creationId xmlns:a16="http://schemas.microsoft.com/office/drawing/2014/main" id="{ED19308F-F701-25C8-2703-9C36C6A835B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50" y="2121392"/>
            <a:ext cx="3492400" cy="290989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379;p26" descr="image.png">
            <a:extLst>
              <a:ext uri="{FF2B5EF4-FFF2-40B4-BE49-F238E27FC236}">
                <a16:creationId xmlns:a16="http://schemas.microsoft.com/office/drawing/2014/main" id="{F6470B43-24F0-CA34-7AD2-BDD90BDE5B5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0276" y="2121393"/>
            <a:ext cx="3492400" cy="286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379;p26" descr="image.png">
            <a:extLst>
              <a:ext uri="{FF2B5EF4-FFF2-40B4-BE49-F238E27FC236}">
                <a16:creationId xmlns:a16="http://schemas.microsoft.com/office/drawing/2014/main" id="{78C4066B-BD24-B150-6430-548129F35B4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126" y="2121394"/>
            <a:ext cx="3492400" cy="2864049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6"/>
          <p:cNvSpPr txBox="1"/>
          <p:nvPr/>
        </p:nvSpPr>
        <p:spPr>
          <a:xfrm>
            <a:off x="866776" y="2299394"/>
            <a:ext cx="29018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0" i="0" u="none" strike="noStrike" cap="none" dirty="0">
                <a:solidFill>
                  <a:srgbClr val="38BDF8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AUC</a:t>
            </a:r>
            <a:endParaRPr dirty="0"/>
          </a:p>
        </p:txBody>
      </p:sp>
      <p:sp>
        <p:nvSpPr>
          <p:cNvPr id="317" name="Google Shape;317;p26"/>
          <p:cNvSpPr txBox="1"/>
          <p:nvPr/>
        </p:nvSpPr>
        <p:spPr>
          <a:xfrm>
            <a:off x="866776" y="3099494"/>
            <a:ext cx="290185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en-US" sz="2000" dirty="0">
                <a:solidFill>
                  <a:srgbClr val="64748B"/>
                </a:solidFill>
                <a:latin typeface="Inter" panose="020B0604020202020204" charset="0"/>
                <a:ea typeface="Inter" panose="020B0604020202020204" charset="0"/>
              </a:rPr>
              <a:t>Assess ranking quality of citations</a:t>
            </a:r>
            <a:endParaRPr sz="2000" dirty="0">
              <a:solidFill>
                <a:srgbClr val="64748B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318" name="Google Shape;318;p26"/>
          <p:cNvSpPr txBox="1"/>
          <p:nvPr/>
        </p:nvSpPr>
        <p:spPr>
          <a:xfrm>
            <a:off x="866776" y="4013894"/>
            <a:ext cx="29018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Target &gt; 0.85</a:t>
            </a:r>
            <a:endParaRPr sz="2400" dirty="0"/>
          </a:p>
        </p:txBody>
      </p:sp>
      <p:sp>
        <p:nvSpPr>
          <p:cNvPr id="319" name="Google Shape;319;p26"/>
          <p:cNvSpPr txBox="1"/>
          <p:nvPr/>
        </p:nvSpPr>
        <p:spPr>
          <a:xfrm>
            <a:off x="4644926" y="2299394"/>
            <a:ext cx="2901999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0" i="0" u="none" strike="noStrike" cap="none" dirty="0">
                <a:solidFill>
                  <a:srgbClr val="38BDF8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Recall</a:t>
            </a:r>
            <a:endParaRPr dirty="0"/>
          </a:p>
        </p:txBody>
      </p:sp>
      <p:sp>
        <p:nvSpPr>
          <p:cNvPr id="320" name="Google Shape;320;p26"/>
          <p:cNvSpPr txBox="1"/>
          <p:nvPr/>
        </p:nvSpPr>
        <p:spPr>
          <a:xfrm>
            <a:off x="4644926" y="3099494"/>
            <a:ext cx="2901999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Detection Rate </a:t>
            </a:r>
            <a:r>
              <a:rPr lang="en-US" sz="2000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for injected/a</a:t>
            </a:r>
            <a:r>
              <a:rPr lang="en-US" sz="2000" b="0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rtificial Edges</a:t>
            </a:r>
            <a:endParaRPr sz="2000" dirty="0">
              <a:solidFill>
                <a:srgbClr val="64748B"/>
              </a:solidFill>
            </a:endParaRPr>
          </a:p>
        </p:txBody>
      </p:sp>
      <p:sp>
        <p:nvSpPr>
          <p:cNvPr id="321" name="Google Shape;321;p26"/>
          <p:cNvSpPr txBox="1"/>
          <p:nvPr/>
        </p:nvSpPr>
        <p:spPr>
          <a:xfrm>
            <a:off x="4644926" y="4013894"/>
            <a:ext cx="290199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Target&gt; 90%</a:t>
            </a:r>
            <a:endParaRPr sz="2400" dirty="0"/>
          </a:p>
        </p:txBody>
      </p:sp>
      <p:sp>
        <p:nvSpPr>
          <p:cNvPr id="322" name="Google Shape;322;p26"/>
          <p:cNvSpPr txBox="1"/>
          <p:nvPr/>
        </p:nvSpPr>
        <p:spPr>
          <a:xfrm>
            <a:off x="8423226" y="2299394"/>
            <a:ext cx="29018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0" i="0" u="none" strike="noStrike" cap="none">
                <a:solidFill>
                  <a:srgbClr val="38BDF8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Dist</a:t>
            </a:r>
            <a:endParaRPr/>
          </a:p>
        </p:txBody>
      </p:sp>
      <p:sp>
        <p:nvSpPr>
          <p:cNvPr id="323" name="Google Shape;323;p26"/>
          <p:cNvSpPr txBox="1"/>
          <p:nvPr/>
        </p:nvSpPr>
        <p:spPr>
          <a:xfrm>
            <a:off x="8275588" y="3099494"/>
            <a:ext cx="3197125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en-US" sz="2000" dirty="0">
                <a:solidFill>
                  <a:srgbClr val="64748B"/>
                </a:solidFill>
                <a:latin typeface="Inter" panose="020B0604020202020204" charset="0"/>
                <a:ea typeface="Inter" panose="020B0604020202020204" charset="0"/>
              </a:rPr>
              <a:t>Maximize statistical separation distance between real and injected edges.</a:t>
            </a:r>
          </a:p>
        </p:txBody>
      </p:sp>
      <p:sp>
        <p:nvSpPr>
          <p:cNvPr id="325" name="Google Shape;325;p26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tx1"/>
                </a:solidFill>
                <a:latin typeface="Outfit"/>
                <a:ea typeface="Outfit"/>
                <a:cs typeface="Outfit"/>
                <a:sym typeface="Outfit"/>
              </a:rPr>
              <a:t>Metrics for Validation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326" name="Google Shape;326;p26"/>
          <p:cNvSpPr/>
          <p:nvPr/>
        </p:nvSpPr>
        <p:spPr>
          <a:xfrm>
            <a:off x="571500" y="571500"/>
            <a:ext cx="47625" cy="571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Google Shape;314;p26" descr="image.png">
            <a:extLst>
              <a:ext uri="{FF2B5EF4-FFF2-40B4-BE49-F238E27FC236}">
                <a16:creationId xmlns:a16="http://schemas.microsoft.com/office/drawing/2014/main" id="{BA73AF29-57EE-5B0A-C6ED-E5B52EC84B1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114219" y="5404543"/>
            <a:ext cx="7960490" cy="57150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791B6D27-1952-D8A8-86DF-B3617AB42AAA}"/>
              </a:ext>
            </a:extLst>
          </p:cNvPr>
          <p:cNvSpPr txBox="1"/>
          <p:nvPr/>
        </p:nvSpPr>
        <p:spPr>
          <a:xfrm>
            <a:off x="1546725" y="5544391"/>
            <a:ext cx="9831975" cy="419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algn="l" rt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kern="100" dirty="0">
                <a:solidFill>
                  <a:srgbClr val="64748B"/>
                </a:solidFill>
                <a:effectLst/>
                <a:latin typeface="Inter" panose="020B0604020202020204" charset="0"/>
                <a:ea typeface="Inter" panose="020B0604020202020204" charset="0"/>
                <a:cs typeface="Arial" panose="020B0604020202020204" pitchFamily="34" charset="0"/>
              </a:rPr>
              <a:t>These metrics define how we will evaluate the pipeline once implemented.</a:t>
            </a:r>
          </a:p>
        </p:txBody>
      </p:sp>
      <p:pic>
        <p:nvPicPr>
          <p:cNvPr id="6" name="Google Shape;87;p13" descr="image.png">
            <a:extLst>
              <a:ext uri="{FF2B5EF4-FFF2-40B4-BE49-F238E27FC236}">
                <a16:creationId xmlns:a16="http://schemas.microsoft.com/office/drawing/2014/main" id="{958BAEDB-37B8-E275-C327-F7DCF2E3CB0B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-226143" y="0"/>
            <a:ext cx="12673781" cy="5060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מלבן: פינות מעוגלות 10">
            <a:extLst>
              <a:ext uri="{FF2B5EF4-FFF2-40B4-BE49-F238E27FC236}">
                <a16:creationId xmlns:a16="http://schemas.microsoft.com/office/drawing/2014/main" id="{CAB7840D-D42E-3D6A-D781-8DBC71E05CA3}"/>
              </a:ext>
            </a:extLst>
          </p:cNvPr>
          <p:cNvSpPr/>
          <p:nvPr/>
        </p:nvSpPr>
        <p:spPr>
          <a:xfrm>
            <a:off x="11120283" y="6433176"/>
            <a:ext cx="934065" cy="223263"/>
          </a:xfrm>
          <a:prstGeom prst="roundRect">
            <a:avLst/>
          </a:prstGeom>
          <a:solidFill>
            <a:srgbClr val="E0EAF5">
              <a:alpha val="50000"/>
            </a:srgbClr>
          </a:solidFill>
          <a:ln>
            <a:solidFill>
              <a:srgbClr val="64748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</a:rPr>
              <a:t>Slide 14</a:t>
            </a:r>
            <a:endParaRPr lang="he-IL" dirty="0">
              <a:solidFill>
                <a:schemeClr val="tx1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84;p13" descr="image.png">
            <a:extLst>
              <a:ext uri="{FF2B5EF4-FFF2-40B4-BE49-F238E27FC236}">
                <a16:creationId xmlns:a16="http://schemas.microsoft.com/office/drawing/2014/main" id="{E778D442-5A11-EAF2-4AD0-D9198C3AAFBC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37652" y="-88490"/>
            <a:ext cx="12496800" cy="69464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66975"/>
            <a:ext cx="5334000" cy="287655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</p:pic>
      <p:pic>
        <p:nvPicPr>
          <p:cNvPr id="295" name="Google Shape;295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466975"/>
            <a:ext cx="5334000" cy="28765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</p:pic>
      <p:sp>
        <p:nvSpPr>
          <p:cNvPr id="296" name="Google Shape;296;p25"/>
          <p:cNvSpPr txBox="1"/>
          <p:nvPr/>
        </p:nvSpPr>
        <p:spPr>
          <a:xfrm>
            <a:off x="748188" y="2762250"/>
            <a:ext cx="498062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22C55E"/>
                </a:solidFill>
                <a:latin typeface="Outfit"/>
                <a:ea typeface="Outfit"/>
                <a:cs typeface="Outfit"/>
                <a:sym typeface="Outfit"/>
              </a:rPr>
              <a:t>Original Edges</a:t>
            </a:r>
            <a:endParaRPr sz="2400" dirty="0"/>
          </a:p>
        </p:txBody>
      </p:sp>
      <p:sp>
        <p:nvSpPr>
          <p:cNvPr id="297" name="Google Shape;297;p25"/>
          <p:cNvSpPr txBox="1"/>
          <p:nvPr/>
        </p:nvSpPr>
        <p:spPr>
          <a:xfrm>
            <a:off x="866775" y="4095750"/>
            <a:ext cx="47434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High Reconstruction Rate</a:t>
            </a:r>
            <a:endParaRPr sz="2000" dirty="0">
              <a:solidFill>
                <a:srgbClr val="64748B"/>
              </a:solidFill>
            </a:endParaRPr>
          </a:p>
        </p:txBody>
      </p:sp>
      <p:sp>
        <p:nvSpPr>
          <p:cNvPr id="298" name="Google Shape;298;p25"/>
          <p:cNvSpPr txBox="1"/>
          <p:nvPr/>
        </p:nvSpPr>
        <p:spPr>
          <a:xfrm>
            <a:off x="866775" y="4667250"/>
            <a:ext cx="47434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Well-</a:t>
            </a:r>
            <a:r>
              <a:rPr lang="en-US" sz="2000" b="0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Supported by network structure</a:t>
            </a:r>
            <a:endParaRPr sz="2000" dirty="0">
              <a:solidFill>
                <a:srgbClr val="64748B"/>
              </a:solidFill>
            </a:endParaRPr>
          </a:p>
        </p:txBody>
      </p:sp>
      <p:sp>
        <p:nvSpPr>
          <p:cNvPr id="299" name="Google Shape;299;p25"/>
          <p:cNvSpPr txBox="1"/>
          <p:nvPr/>
        </p:nvSpPr>
        <p:spPr>
          <a:xfrm>
            <a:off x="6463188" y="2762250"/>
            <a:ext cx="498062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EF4444"/>
                </a:solidFill>
                <a:latin typeface="Outfit"/>
                <a:ea typeface="Outfit"/>
                <a:cs typeface="Outfit"/>
                <a:sym typeface="Outfit"/>
              </a:rPr>
              <a:t>Injected Noise</a:t>
            </a:r>
            <a:endParaRPr sz="2400" dirty="0"/>
          </a:p>
        </p:txBody>
      </p:sp>
      <p:sp>
        <p:nvSpPr>
          <p:cNvPr id="300" name="Google Shape;300;p25"/>
          <p:cNvSpPr txBox="1"/>
          <p:nvPr/>
        </p:nvSpPr>
        <p:spPr>
          <a:xfrm>
            <a:off x="6581775" y="4095750"/>
            <a:ext cx="47434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Failure to Reconstruct</a:t>
            </a:r>
            <a:endParaRPr sz="2000" dirty="0">
              <a:solidFill>
                <a:srgbClr val="64748B"/>
              </a:solidFill>
            </a:endParaRPr>
          </a:p>
        </p:txBody>
      </p:sp>
      <p:sp>
        <p:nvSpPr>
          <p:cNvPr id="301" name="Google Shape;301;p25"/>
          <p:cNvSpPr txBox="1"/>
          <p:nvPr/>
        </p:nvSpPr>
        <p:spPr>
          <a:xfrm>
            <a:off x="6581775" y="4667250"/>
            <a:ext cx="47434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lacks topological support</a:t>
            </a:r>
            <a:endParaRPr sz="2000" dirty="0">
              <a:solidFill>
                <a:srgbClr val="64748B"/>
              </a:solidFill>
            </a:endParaRPr>
          </a:p>
        </p:txBody>
      </p:sp>
      <p:pic>
        <p:nvPicPr>
          <p:cNvPr id="302" name="Google Shape;302;p25" descr="image.png"/>
          <p:cNvPicPr preferRelativeResize="0"/>
          <p:nvPr/>
        </p:nvPicPr>
        <p:blipFill rotWithShape="1">
          <a:blip r:embed="rId6">
            <a:alphaModFix/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2986087" y="3238500"/>
            <a:ext cx="504825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25" descr="image.png"/>
          <p:cNvPicPr preferRelativeResize="0"/>
          <p:nvPr/>
        </p:nvPicPr>
        <p:blipFill rotWithShape="1">
          <a:blip r:embed="rId8">
            <a:alphaModFix/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colorTemperature colorTemp="15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8734425" y="3238500"/>
            <a:ext cx="43815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5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tx1"/>
                </a:solidFill>
                <a:latin typeface="Outfit"/>
                <a:ea typeface="Outfit"/>
                <a:cs typeface="Outfit"/>
                <a:sym typeface="Outfit"/>
              </a:rPr>
              <a:t>Expected Behavior </a:t>
            </a:r>
            <a:r>
              <a:rPr lang="en-US" sz="3600" b="1" i="0" u="none" strike="noStrike" cap="none">
                <a:solidFill>
                  <a:schemeClr val="tx1"/>
                </a:solidFill>
                <a:latin typeface="Outfit"/>
                <a:ea typeface="Outfit"/>
                <a:cs typeface="Outfit"/>
                <a:sym typeface="Outfit"/>
              </a:rPr>
              <a:t>Of Citations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305" name="Google Shape;305;p25"/>
          <p:cNvSpPr/>
          <p:nvPr/>
        </p:nvSpPr>
        <p:spPr>
          <a:xfrm>
            <a:off x="571500" y="571500"/>
            <a:ext cx="47625" cy="571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Google Shape;87;p13" descr="image.png">
            <a:extLst>
              <a:ext uri="{FF2B5EF4-FFF2-40B4-BE49-F238E27FC236}">
                <a16:creationId xmlns:a16="http://schemas.microsoft.com/office/drawing/2014/main" id="{E62EF9B1-396D-3E9E-8851-C6F431E849BF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-226143" y="0"/>
            <a:ext cx="12673781" cy="5060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מלבן: פינות מעוגלות 4">
            <a:extLst>
              <a:ext uri="{FF2B5EF4-FFF2-40B4-BE49-F238E27FC236}">
                <a16:creationId xmlns:a16="http://schemas.microsoft.com/office/drawing/2014/main" id="{970161B6-5956-C623-AEEE-915342499195}"/>
              </a:ext>
            </a:extLst>
          </p:cNvPr>
          <p:cNvSpPr/>
          <p:nvPr/>
        </p:nvSpPr>
        <p:spPr>
          <a:xfrm>
            <a:off x="11120283" y="6433176"/>
            <a:ext cx="934065" cy="223263"/>
          </a:xfrm>
          <a:prstGeom prst="roundRect">
            <a:avLst/>
          </a:prstGeom>
          <a:solidFill>
            <a:srgbClr val="E0EAF5">
              <a:alpha val="50000"/>
            </a:srgbClr>
          </a:solidFill>
          <a:ln>
            <a:solidFill>
              <a:srgbClr val="64748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</a:rPr>
              <a:t>Slide 15</a:t>
            </a:r>
            <a:endParaRPr lang="he-IL" dirty="0">
              <a:solidFill>
                <a:schemeClr val="tx1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84;p13" descr="image.png">
            <a:extLst>
              <a:ext uri="{FF2B5EF4-FFF2-40B4-BE49-F238E27FC236}">
                <a16:creationId xmlns:a16="http://schemas.microsoft.com/office/drawing/2014/main" id="{48BA301B-9B0D-D261-7250-2CF7923062F7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37652" y="-88490"/>
            <a:ext cx="12496800" cy="694649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379;p26" descr="image.png">
            <a:extLst>
              <a:ext uri="{FF2B5EF4-FFF2-40B4-BE49-F238E27FC236}">
                <a16:creationId xmlns:a16="http://schemas.microsoft.com/office/drawing/2014/main" id="{E8598FE7-5916-3B51-8C79-FF9195B2C0E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7069" y="4199315"/>
            <a:ext cx="4920277" cy="2283023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379;p26" descr="image.png">
            <a:extLst>
              <a:ext uri="{FF2B5EF4-FFF2-40B4-BE49-F238E27FC236}">
                <a16:creationId xmlns:a16="http://schemas.microsoft.com/office/drawing/2014/main" id="{EC39051F-4E7B-2767-B9F3-C814B6D3156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7070" y="1657026"/>
            <a:ext cx="4920277" cy="22830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379;p26" descr="image.png">
            <a:extLst>
              <a:ext uri="{FF2B5EF4-FFF2-40B4-BE49-F238E27FC236}">
                <a16:creationId xmlns:a16="http://schemas.microsoft.com/office/drawing/2014/main" id="{B7E7DBC7-C5A4-09EF-3B5F-E929AA04A2E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37178" y="4292798"/>
            <a:ext cx="5420494" cy="2283023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379;p26" descr="image.png">
            <a:extLst>
              <a:ext uri="{FF2B5EF4-FFF2-40B4-BE49-F238E27FC236}">
                <a16:creationId xmlns:a16="http://schemas.microsoft.com/office/drawing/2014/main" id="{DB31854C-D24E-D171-E109-8A964C075A3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43253" y="1692236"/>
            <a:ext cx="5420494" cy="2283023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27"/>
          <p:cNvSpPr txBox="1"/>
          <p:nvPr/>
        </p:nvSpPr>
        <p:spPr>
          <a:xfrm>
            <a:off x="668747" y="1931342"/>
            <a:ext cx="56007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75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465162"/>
                </a:solidFill>
                <a:latin typeface="Outfit"/>
                <a:ea typeface="Outfit"/>
                <a:cs typeface="Outfit"/>
                <a:sym typeface="Outfit"/>
              </a:rPr>
              <a:t>Scalability</a:t>
            </a:r>
            <a:endParaRPr sz="2400" dirty="0">
              <a:solidFill>
                <a:srgbClr val="465162"/>
              </a:solidFill>
            </a:endParaRPr>
          </a:p>
        </p:txBody>
      </p:sp>
      <p:sp>
        <p:nvSpPr>
          <p:cNvPr id="334" name="Google Shape;334;p27"/>
          <p:cNvSpPr txBox="1"/>
          <p:nvPr/>
        </p:nvSpPr>
        <p:spPr>
          <a:xfrm>
            <a:off x="571500" y="2400300"/>
            <a:ext cx="53340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Large graphs      </a:t>
            </a:r>
            <a:r>
              <a:rPr lang="en-US" sz="2000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risk of</a:t>
            </a:r>
            <a:r>
              <a:rPr lang="en-US" sz="2000" b="0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OOM.</a:t>
            </a:r>
            <a:endParaRPr sz="2000" dirty="0">
              <a:solidFill>
                <a:srgbClr val="64748B"/>
              </a:solidFill>
            </a:endParaRPr>
          </a:p>
        </p:txBody>
      </p:sp>
      <p:sp>
        <p:nvSpPr>
          <p:cNvPr id="335" name="Google Shape;335;p27"/>
          <p:cNvSpPr txBox="1"/>
          <p:nvPr/>
        </p:nvSpPr>
        <p:spPr>
          <a:xfrm>
            <a:off x="571500" y="2876549"/>
            <a:ext cx="4757584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1600" dirty="0">
                <a:solidFill>
                  <a:srgbClr val="64748B"/>
                </a:solidFill>
                <a:latin typeface="Inter" panose="020B0604020202020204" charset="0"/>
                <a:ea typeface="Inter" panose="020B0604020202020204" charset="0"/>
              </a:rPr>
              <a:t>Planned Solution: Use sparse tensors / memory-efficient operations.</a:t>
            </a:r>
          </a:p>
        </p:txBody>
      </p:sp>
      <p:sp>
        <p:nvSpPr>
          <p:cNvPr id="336" name="Google Shape;336;p27"/>
          <p:cNvSpPr txBox="1"/>
          <p:nvPr/>
        </p:nvSpPr>
        <p:spPr>
          <a:xfrm>
            <a:off x="6357938" y="1931342"/>
            <a:ext cx="56007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75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465162"/>
                </a:solidFill>
                <a:latin typeface="Outfit"/>
                <a:ea typeface="Outfit"/>
                <a:cs typeface="Outfit"/>
                <a:sym typeface="Outfit"/>
              </a:rPr>
              <a:t>Temporal Sparsity</a:t>
            </a:r>
            <a:endParaRPr sz="2400" dirty="0">
              <a:solidFill>
                <a:srgbClr val="465162"/>
              </a:solidFill>
            </a:endParaRPr>
          </a:p>
        </p:txBody>
      </p:sp>
      <p:sp>
        <p:nvSpPr>
          <p:cNvPr id="337" name="Google Shape;337;p27"/>
          <p:cNvSpPr txBox="1"/>
          <p:nvPr/>
        </p:nvSpPr>
        <p:spPr>
          <a:xfrm>
            <a:off x="6286500" y="2400300"/>
            <a:ext cx="53340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Early years have few links.</a:t>
            </a:r>
            <a:endParaRPr sz="2000" dirty="0">
              <a:solidFill>
                <a:srgbClr val="64748B"/>
              </a:solidFill>
            </a:endParaRPr>
          </a:p>
        </p:txBody>
      </p:sp>
      <p:sp>
        <p:nvSpPr>
          <p:cNvPr id="338" name="Google Shape;338;p27"/>
          <p:cNvSpPr txBox="1"/>
          <p:nvPr/>
        </p:nvSpPr>
        <p:spPr>
          <a:xfrm>
            <a:off x="6286500" y="2876550"/>
            <a:ext cx="53340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1600" dirty="0">
                <a:solidFill>
                  <a:srgbClr val="64748B"/>
                </a:solidFill>
                <a:latin typeface="Inter" panose="020B0604020202020204" charset="0"/>
                <a:ea typeface="Inter" panose="020B0604020202020204" charset="0"/>
              </a:rPr>
              <a:t>Planned Solution: Use cumulative snapshots to ensure sufficient data.</a:t>
            </a:r>
          </a:p>
        </p:txBody>
      </p:sp>
      <p:sp>
        <p:nvSpPr>
          <p:cNvPr id="339" name="Google Shape;339;p27"/>
          <p:cNvSpPr txBox="1"/>
          <p:nvPr/>
        </p:nvSpPr>
        <p:spPr>
          <a:xfrm>
            <a:off x="668747" y="4486007"/>
            <a:ext cx="56007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89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465162"/>
                </a:solidFill>
                <a:latin typeface="Outfit"/>
                <a:ea typeface="Outfit"/>
                <a:cs typeface="Outfit"/>
                <a:sym typeface="Outfit"/>
              </a:rPr>
              <a:t>Missing Features</a:t>
            </a:r>
            <a:endParaRPr sz="2400" dirty="0">
              <a:solidFill>
                <a:srgbClr val="465162"/>
              </a:solidFill>
            </a:endParaRPr>
          </a:p>
        </p:txBody>
      </p:sp>
      <p:sp>
        <p:nvSpPr>
          <p:cNvPr id="340" name="Google Shape;340;p27"/>
          <p:cNvSpPr txBox="1"/>
          <p:nvPr/>
        </p:nvSpPr>
        <p:spPr>
          <a:xfrm>
            <a:off x="571500" y="4972050"/>
            <a:ext cx="53340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No text data for </a:t>
            </a:r>
            <a:r>
              <a:rPr lang="en-US" sz="2000" b="0" i="0" u="none" strike="noStrike" cap="none" dirty="0" err="1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GraphSAGE</a:t>
            </a:r>
            <a:r>
              <a:rPr lang="en-US" sz="2000" b="0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2000" dirty="0">
              <a:solidFill>
                <a:srgbClr val="64748B"/>
              </a:solidFill>
            </a:endParaRPr>
          </a:p>
        </p:txBody>
      </p:sp>
      <p:sp>
        <p:nvSpPr>
          <p:cNvPr id="341" name="Google Shape;341;p27"/>
          <p:cNvSpPr txBox="1"/>
          <p:nvPr/>
        </p:nvSpPr>
        <p:spPr>
          <a:xfrm>
            <a:off x="571500" y="5448300"/>
            <a:ext cx="4757584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1600" dirty="0">
                <a:solidFill>
                  <a:srgbClr val="64748B"/>
                </a:solidFill>
                <a:latin typeface="Inter" panose="020B0604020202020204" charset="0"/>
                <a:ea typeface="Inter" panose="020B0604020202020204" charset="0"/>
              </a:rPr>
              <a:t>Planned Solution: Use structural/topological features instead.</a:t>
            </a:r>
          </a:p>
        </p:txBody>
      </p:sp>
      <p:sp>
        <p:nvSpPr>
          <p:cNvPr id="342" name="Google Shape;342;p27"/>
          <p:cNvSpPr txBox="1"/>
          <p:nvPr/>
        </p:nvSpPr>
        <p:spPr>
          <a:xfrm>
            <a:off x="6374991" y="4512617"/>
            <a:ext cx="56007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89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465162"/>
                </a:solidFill>
                <a:latin typeface="Outfit"/>
                <a:ea typeface="Outfit"/>
                <a:cs typeface="Outfit"/>
                <a:sym typeface="Outfit"/>
              </a:rPr>
              <a:t>No Labels / Ground Truth</a:t>
            </a:r>
            <a:endParaRPr sz="2400" dirty="0">
              <a:solidFill>
                <a:srgbClr val="465162"/>
              </a:solidFill>
            </a:endParaRPr>
          </a:p>
        </p:txBody>
      </p:sp>
      <p:sp>
        <p:nvSpPr>
          <p:cNvPr id="343" name="Google Shape;343;p27"/>
          <p:cNvSpPr txBox="1"/>
          <p:nvPr/>
        </p:nvSpPr>
        <p:spPr>
          <a:xfrm>
            <a:off x="6286500" y="4972050"/>
            <a:ext cx="53340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2000" dirty="0">
                <a:solidFill>
                  <a:srgbClr val="64748B"/>
                </a:solidFill>
                <a:latin typeface="Inter" panose="020B0604020202020204" charset="0"/>
                <a:ea typeface="Inter" panose="020B0604020202020204" charset="0"/>
              </a:rPr>
              <a:t>Cannot directly verify manipulation.</a:t>
            </a:r>
            <a:endParaRPr sz="2000" dirty="0">
              <a:solidFill>
                <a:srgbClr val="64748B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344" name="Google Shape;344;p27"/>
          <p:cNvSpPr txBox="1"/>
          <p:nvPr/>
        </p:nvSpPr>
        <p:spPr>
          <a:xfrm>
            <a:off x="6286500" y="5448300"/>
            <a:ext cx="53340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1600" dirty="0">
                <a:solidFill>
                  <a:srgbClr val="64748B"/>
                </a:solidFill>
                <a:latin typeface="Inter" panose="020B0604020202020204" charset="0"/>
                <a:ea typeface="Inter" panose="020B0604020202020204" charset="0"/>
              </a:rPr>
              <a:t>Planned Solution: Controlled noise injection and synthetic evaluation</a:t>
            </a:r>
          </a:p>
        </p:txBody>
      </p:sp>
      <p:pic>
        <p:nvPicPr>
          <p:cNvPr id="345" name="Google Shape;345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009775"/>
            <a:ext cx="177551" cy="178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2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6500" y="2009775"/>
            <a:ext cx="177551" cy="178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2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581525"/>
            <a:ext cx="148976" cy="178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2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286500" y="4581525"/>
            <a:ext cx="148976" cy="178296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27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600" b="1" i="0" u="none" strike="noStrike" cap="none" dirty="0">
                <a:solidFill>
                  <a:schemeClr val="tx1"/>
                </a:solidFill>
                <a:latin typeface="Outfit"/>
                <a:ea typeface="Outfit"/>
                <a:cs typeface="Outfit"/>
                <a:sym typeface="Outfit"/>
              </a:rPr>
              <a:t>Key Challenges </a:t>
            </a:r>
            <a:r>
              <a:rPr lang="en-US" sz="3600" b="1" dirty="0">
                <a:solidFill>
                  <a:schemeClr val="tx1"/>
                </a:solidFill>
                <a:latin typeface="Outfit" panose="020B0604020202020204" charset="0"/>
                <a:ea typeface="Inter" panose="020B0604020202020204" charset="0"/>
              </a:rPr>
              <a:t>&amp; Planned Solutions</a:t>
            </a:r>
            <a:endParaRPr sz="3600" dirty="0">
              <a:solidFill>
                <a:schemeClr val="tx1"/>
              </a:solidFill>
              <a:latin typeface="Outfit" panose="020B0604020202020204" charset="0"/>
              <a:ea typeface="Inter" panose="020B0604020202020204" charset="0"/>
            </a:endParaRPr>
          </a:p>
        </p:txBody>
      </p:sp>
      <p:sp>
        <p:nvSpPr>
          <p:cNvPr id="350" name="Google Shape;350;p27"/>
          <p:cNvSpPr/>
          <p:nvPr/>
        </p:nvSpPr>
        <p:spPr>
          <a:xfrm>
            <a:off x="571500" y="571500"/>
            <a:ext cx="47625" cy="571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" name="מחבר חץ ישר 3">
            <a:extLst>
              <a:ext uri="{FF2B5EF4-FFF2-40B4-BE49-F238E27FC236}">
                <a16:creationId xmlns:a16="http://schemas.microsoft.com/office/drawing/2014/main" id="{2C67F8B4-0398-5887-CB2F-D6101A183545}"/>
              </a:ext>
            </a:extLst>
          </p:cNvPr>
          <p:cNvCxnSpPr/>
          <p:nvPr/>
        </p:nvCxnSpPr>
        <p:spPr>
          <a:xfrm>
            <a:off x="2251586" y="2674375"/>
            <a:ext cx="1671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Google Shape;87;p13" descr="image.png">
            <a:extLst>
              <a:ext uri="{FF2B5EF4-FFF2-40B4-BE49-F238E27FC236}">
                <a16:creationId xmlns:a16="http://schemas.microsoft.com/office/drawing/2014/main" id="{B6227D9F-9E75-73CD-0AD6-A589287E5949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-226143" y="0"/>
            <a:ext cx="12673781" cy="5060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מלבן: פינות מעוגלות 5">
            <a:extLst>
              <a:ext uri="{FF2B5EF4-FFF2-40B4-BE49-F238E27FC236}">
                <a16:creationId xmlns:a16="http://schemas.microsoft.com/office/drawing/2014/main" id="{AEFC1F53-9914-1B4D-0819-D23C49F7C464}"/>
              </a:ext>
            </a:extLst>
          </p:cNvPr>
          <p:cNvSpPr/>
          <p:nvPr/>
        </p:nvSpPr>
        <p:spPr>
          <a:xfrm>
            <a:off x="11120283" y="6433176"/>
            <a:ext cx="934065" cy="223263"/>
          </a:xfrm>
          <a:prstGeom prst="roundRect">
            <a:avLst/>
          </a:prstGeom>
          <a:solidFill>
            <a:srgbClr val="E0EAF5">
              <a:alpha val="50000"/>
            </a:srgbClr>
          </a:solidFill>
          <a:ln>
            <a:solidFill>
              <a:srgbClr val="64748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</a:rPr>
              <a:t>Slide 16</a:t>
            </a:r>
            <a:endParaRPr lang="he-IL" dirty="0">
              <a:solidFill>
                <a:schemeClr val="tx1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3" name="Google Shape;473;p30" descr="image.png"/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98323" y="-88490"/>
            <a:ext cx="12408310" cy="694649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7" name="Google Shape;477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76981" y="-19664"/>
            <a:ext cx="12585289" cy="88490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30"/>
          <p:cNvSpPr txBox="1"/>
          <p:nvPr/>
        </p:nvSpPr>
        <p:spPr>
          <a:xfrm>
            <a:off x="-14135" y="2180765"/>
            <a:ext cx="11601450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0" b="0" i="0" u="none" strike="noStrike" cap="none" dirty="0">
                <a:solidFill>
                  <a:srgbClr val="1E1B4B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Thank You!</a:t>
            </a:r>
            <a:endParaRPr dirty="0"/>
          </a:p>
        </p:txBody>
      </p:sp>
      <p:sp>
        <p:nvSpPr>
          <p:cNvPr id="479" name="Google Shape;479;p30"/>
          <p:cNvSpPr txBox="1"/>
          <p:nvPr/>
        </p:nvSpPr>
        <p:spPr>
          <a:xfrm>
            <a:off x="262090" y="3128776"/>
            <a:ext cx="11049000" cy="1649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0" dirty="0">
                <a:solidFill>
                  <a:srgbClr val="1E1B4B"/>
                </a:solidFill>
                <a:latin typeface="Outfit ExtraBold"/>
                <a:sym typeface="Plus Jakarta Sans"/>
              </a:rPr>
              <a:t>Questions</a:t>
            </a:r>
            <a:r>
              <a:rPr lang="en-US" sz="6750" b="1" dirty="0">
                <a:solidFill>
                  <a:srgbClr val="1E1B4B"/>
                </a:solidFill>
                <a:latin typeface="Outfit ExtraBold" panose="020B0604020202020204" charset="0"/>
                <a:cs typeface="Plus Jakarta Sans"/>
                <a:sym typeface="Plus Jakarta Sans"/>
              </a:rPr>
              <a:t>?</a:t>
            </a:r>
            <a:endParaRPr sz="6750" b="1" dirty="0">
              <a:solidFill>
                <a:srgbClr val="1E1B4B"/>
              </a:solidFill>
              <a:latin typeface="Outfit ExtraBold" panose="020B0604020202020204" charset="0"/>
            </a:endParaRPr>
          </a:p>
        </p:txBody>
      </p:sp>
      <p:sp>
        <p:nvSpPr>
          <p:cNvPr id="2" name="מלבן: פינות מעוגלות 1">
            <a:extLst>
              <a:ext uri="{FF2B5EF4-FFF2-40B4-BE49-F238E27FC236}">
                <a16:creationId xmlns:a16="http://schemas.microsoft.com/office/drawing/2014/main" id="{46BDDF5C-2568-F7C0-60D3-6D94FE1E3818}"/>
              </a:ext>
            </a:extLst>
          </p:cNvPr>
          <p:cNvSpPr/>
          <p:nvPr/>
        </p:nvSpPr>
        <p:spPr>
          <a:xfrm>
            <a:off x="11120283" y="6433176"/>
            <a:ext cx="934065" cy="223263"/>
          </a:xfrm>
          <a:prstGeom prst="roundRect">
            <a:avLst/>
          </a:prstGeom>
          <a:solidFill>
            <a:srgbClr val="E0EAF5">
              <a:alpha val="50000"/>
            </a:srgbClr>
          </a:solidFill>
          <a:ln>
            <a:solidFill>
              <a:srgbClr val="64748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</a:rPr>
              <a:t>Slide 17</a:t>
            </a:r>
            <a:endParaRPr lang="he-IL" dirty="0">
              <a:solidFill>
                <a:schemeClr val="tx1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2981</TotalTime>
  <Words>895</Words>
  <Application>Microsoft Office PowerPoint</Application>
  <PresentationFormat>מסך רחב</PresentationFormat>
  <Paragraphs>193</Paragraphs>
  <Slides>19</Slides>
  <Notes>19</Notes>
  <HiddenSlides>2</HiddenSlides>
  <MMClips>0</MMClips>
  <ScaleCrop>false</ScaleCrop>
  <HeadingPairs>
    <vt:vector size="6" baseType="variant">
      <vt:variant>
        <vt:lpstr>גופנים בשימוש</vt:lpstr>
      </vt:variant>
      <vt:variant>
        <vt:i4>9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19</vt:i4>
      </vt:variant>
    </vt:vector>
  </HeadingPairs>
  <TitlesOfParts>
    <vt:vector size="29" baseType="lpstr">
      <vt:lpstr>Outfit </vt:lpstr>
      <vt:lpstr>Outfit SemiBold</vt:lpstr>
      <vt:lpstr>Inter</vt:lpstr>
      <vt:lpstr>Calibri</vt:lpstr>
      <vt:lpstr>Inter SemiBold</vt:lpstr>
      <vt:lpstr>Outfit ExtraBold</vt:lpstr>
      <vt:lpstr>Arial</vt:lpstr>
      <vt:lpstr>Outfit</vt:lpstr>
      <vt:lpstr>Wingdings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manal nama</dc:creator>
  <cp:lastModifiedBy>מנאל נעמה</cp:lastModifiedBy>
  <cp:revision>7</cp:revision>
  <dcterms:modified xsi:type="dcterms:W3CDTF">2026-01-26T19:58:18Z</dcterms:modified>
</cp:coreProperties>
</file>